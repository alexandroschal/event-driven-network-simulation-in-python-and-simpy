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63" r:id="rId5"/>
    <p:sldId id="260" r:id="rId6"/>
    <p:sldId id="261" r:id="rId7"/>
    <p:sldId id="262" r:id="rId8"/>
    <p:sldId id="265" r:id="rId9"/>
    <p:sldId id="264" r:id="rId10"/>
    <p:sldId id="266" r:id="rId11"/>
    <p:sldId id="268" r:id="rId12"/>
    <p:sldId id="269"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4D23DB1-9F3E-4280-BC9C-7CD8D0FA7F4A}">
          <p14:sldIdLst>
            <p14:sldId id="256"/>
            <p14:sldId id="257"/>
            <p14:sldId id="258"/>
            <p14:sldId id="263"/>
            <p14:sldId id="260"/>
            <p14:sldId id="261"/>
            <p14:sldId id="262"/>
            <p14:sldId id="265"/>
            <p14:sldId id="264"/>
            <p14:sldId id="266"/>
            <p14:sldId id="268"/>
            <p14:sldId id="269"/>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5D69326-44DD-4742-86E4-66314258F05D}"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EDC39548-FF97-418A-A819-1D283F9A559A}">
      <dgm:prSet/>
      <dgm:spPr/>
      <dgm:t>
        <a:bodyPr/>
        <a:lstStyle/>
        <a:p>
          <a:r>
            <a:rPr lang="el-GR" b="1" dirty="0"/>
            <a:t>Ιδιότητες Σύνδεσης (Link Properties):</a:t>
          </a:r>
          <a:endParaRPr lang="en-US" dirty="0"/>
        </a:p>
      </dgm:t>
    </dgm:pt>
    <dgm:pt modelId="{9C8CEB9A-8D06-43EC-94F2-5AB3CC488B79}" type="parTrans" cxnId="{AAFF7F7C-9D1D-48B4-B64D-23D95E0B3CB2}">
      <dgm:prSet/>
      <dgm:spPr/>
      <dgm:t>
        <a:bodyPr/>
        <a:lstStyle/>
        <a:p>
          <a:endParaRPr lang="en-US"/>
        </a:p>
      </dgm:t>
    </dgm:pt>
    <dgm:pt modelId="{0B08AF6B-FE9F-4B4F-901D-29F082864BD9}" type="sibTrans" cxnId="{AAFF7F7C-9D1D-48B4-B64D-23D95E0B3CB2}">
      <dgm:prSet/>
      <dgm:spPr/>
      <dgm:t>
        <a:bodyPr/>
        <a:lstStyle/>
        <a:p>
          <a:endParaRPr lang="en-US"/>
        </a:p>
      </dgm:t>
    </dgm:pt>
    <dgm:pt modelId="{88CCC424-F2DE-4B18-AACF-2A4B5EC11DE9}">
      <dgm:prSet/>
      <dgm:spPr/>
      <dgm:t>
        <a:bodyPr/>
        <a:lstStyle/>
        <a:p>
          <a:r>
            <a:rPr lang="el-GR" b="1" dirty="0"/>
            <a:t>Bandwidth:</a:t>
          </a:r>
          <a:r>
            <a:rPr lang="el-GR" dirty="0"/>
            <a:t> 1 Mbps</a:t>
          </a:r>
          <a:r>
            <a:rPr lang="en-US" dirty="0"/>
            <a:t>.</a:t>
          </a:r>
          <a:r>
            <a:rPr lang="el-GR" dirty="0"/>
            <a:t>Το εύρος ζώνης είναι ο μέγιστος ρυθμός μεταφοράς δεδομένων.</a:t>
          </a:r>
          <a:br>
            <a:rPr lang="el-GR" dirty="0"/>
          </a:br>
          <a:r>
            <a:rPr lang="en-US" b="1" dirty="0"/>
            <a:t>Bandwidth </a:t>
          </a:r>
          <a:r>
            <a:rPr lang="el-GR" b="1" dirty="0"/>
            <a:t>σε </a:t>
          </a:r>
          <a:r>
            <a:rPr lang="en-US" b="1" dirty="0"/>
            <a:t>Bytes: </a:t>
          </a:r>
          <a:r>
            <a:rPr lang="en-US" dirty="0"/>
            <a:t>Bandwidth/8=125.000</a:t>
          </a:r>
          <a:br>
            <a:rPr lang="el-GR" dirty="0"/>
          </a:br>
          <a:r>
            <a:rPr lang="el-GR" b="1" dirty="0"/>
            <a:t>Propagation Delay:</a:t>
          </a:r>
          <a:r>
            <a:rPr lang="el-GR" dirty="0"/>
            <a:t> 50 ms. Καθυστέρηση διάδοσης είναι η χρονική διάρκεια που απαιτείται για να φτάσει ένα σήμα στον προορισμό του</a:t>
          </a:r>
          <a:r>
            <a:rPr lang="en-US" dirty="0"/>
            <a:t>.</a:t>
          </a:r>
          <a:r>
            <a:rPr lang="el-GR" dirty="0"/>
            <a:t>  </a:t>
          </a:r>
          <a:endParaRPr lang="en-US" dirty="0"/>
        </a:p>
      </dgm:t>
    </dgm:pt>
    <dgm:pt modelId="{9D593CDC-1D83-4951-8577-4FA6A83B157F}" type="parTrans" cxnId="{615C478B-2C54-4273-9894-9D5F4D8FA317}">
      <dgm:prSet/>
      <dgm:spPr/>
      <dgm:t>
        <a:bodyPr/>
        <a:lstStyle/>
        <a:p>
          <a:endParaRPr lang="en-US"/>
        </a:p>
      </dgm:t>
    </dgm:pt>
    <dgm:pt modelId="{BC190561-97FC-4AD1-B434-D20EA3452C4A}" type="sibTrans" cxnId="{615C478B-2C54-4273-9894-9D5F4D8FA317}">
      <dgm:prSet/>
      <dgm:spPr/>
      <dgm:t>
        <a:bodyPr/>
        <a:lstStyle/>
        <a:p>
          <a:endParaRPr lang="en-US"/>
        </a:p>
      </dgm:t>
    </dgm:pt>
    <dgm:pt modelId="{BD9FE78B-0E14-4EC9-89F5-BF7D0F62163E}">
      <dgm:prSet/>
      <dgm:spPr/>
      <dgm:t>
        <a:bodyPr/>
        <a:lstStyle/>
        <a:p>
          <a:r>
            <a:rPr lang="el-GR" b="1"/>
            <a:t>Ιδιότητες Κίνησης (Traffic Properties):</a:t>
          </a:r>
          <a:endParaRPr lang="en-US"/>
        </a:p>
      </dgm:t>
    </dgm:pt>
    <dgm:pt modelId="{8B5CD102-5555-4F0C-974C-636639071A42}" type="parTrans" cxnId="{4671FA20-BF1F-4992-86B9-86274DEF1D8C}">
      <dgm:prSet/>
      <dgm:spPr/>
      <dgm:t>
        <a:bodyPr/>
        <a:lstStyle/>
        <a:p>
          <a:endParaRPr lang="en-US"/>
        </a:p>
      </dgm:t>
    </dgm:pt>
    <dgm:pt modelId="{32EFDF6B-017D-4E2B-B3E2-FDFEBA04EDAA}" type="sibTrans" cxnId="{4671FA20-BF1F-4992-86B9-86274DEF1D8C}">
      <dgm:prSet/>
      <dgm:spPr/>
      <dgm:t>
        <a:bodyPr/>
        <a:lstStyle/>
        <a:p>
          <a:endParaRPr lang="en-US"/>
        </a:p>
      </dgm:t>
    </dgm:pt>
    <dgm:pt modelId="{A67EFF8A-3F6C-4B9F-B122-A4BAE7F02772}">
      <dgm:prSet/>
      <dgm:spPr/>
      <dgm:t>
        <a:bodyPr/>
        <a:lstStyle/>
        <a:p>
          <a:r>
            <a:rPr lang="el-GR" b="1"/>
            <a:t>Packet Size:</a:t>
          </a:r>
          <a:r>
            <a:rPr lang="el-GR"/>
            <a:t> 1000 Bytes. Το μέγεθος κάθε πακέτου</a:t>
          </a:r>
          <a:endParaRPr lang="en-US"/>
        </a:p>
      </dgm:t>
    </dgm:pt>
    <dgm:pt modelId="{87B23B13-2B68-4809-9510-C7809510550C}" type="parTrans" cxnId="{4D13E887-00E2-4369-A4D8-B6F87C8465CE}">
      <dgm:prSet/>
      <dgm:spPr/>
      <dgm:t>
        <a:bodyPr/>
        <a:lstStyle/>
        <a:p>
          <a:endParaRPr lang="en-US"/>
        </a:p>
      </dgm:t>
    </dgm:pt>
    <dgm:pt modelId="{6ACD542B-8FCC-4454-AB13-11E43D3C170F}" type="sibTrans" cxnId="{4D13E887-00E2-4369-A4D8-B6F87C8465CE}">
      <dgm:prSet/>
      <dgm:spPr/>
      <dgm:t>
        <a:bodyPr/>
        <a:lstStyle/>
        <a:p>
          <a:endParaRPr lang="en-US"/>
        </a:p>
      </dgm:t>
    </dgm:pt>
    <dgm:pt modelId="{2262E5BA-5B98-481F-8B1E-2A62B06C363C}">
      <dgm:prSet/>
      <dgm:spPr/>
      <dgm:t>
        <a:bodyPr/>
        <a:lstStyle/>
        <a:p>
          <a:r>
            <a:rPr lang="el-GR" b="1"/>
            <a:t>Υπολογίζουμε τον Χρόνο Εξυπηρέτησης (Service Time):</a:t>
          </a:r>
          <a:endParaRPr lang="en-US"/>
        </a:p>
      </dgm:t>
    </dgm:pt>
    <dgm:pt modelId="{4951BBE4-C0F0-462B-99D7-A08AD5732EC9}" type="parTrans" cxnId="{31492FF1-2671-4DDC-A215-74F232CB5436}">
      <dgm:prSet/>
      <dgm:spPr/>
      <dgm:t>
        <a:bodyPr/>
        <a:lstStyle/>
        <a:p>
          <a:endParaRPr lang="en-US"/>
        </a:p>
      </dgm:t>
    </dgm:pt>
    <dgm:pt modelId="{033FCEDA-566C-424C-8AC8-E29B750A5443}" type="sibTrans" cxnId="{31492FF1-2671-4DDC-A215-74F232CB5436}">
      <dgm:prSet/>
      <dgm:spPr/>
      <dgm:t>
        <a:bodyPr/>
        <a:lstStyle/>
        <a:p>
          <a:endParaRPr lang="en-US"/>
        </a:p>
      </dgm:t>
    </dgm:pt>
    <dgm:pt modelId="{9B428F33-8957-442B-8C96-555D735E988F}">
      <dgm:prSet/>
      <dgm:spPr/>
      <dgm:t>
        <a:bodyPr/>
        <a:lstStyle/>
        <a:p>
          <a:r>
            <a:rPr lang="el-GR" dirty="0"/>
            <a:t>Transmission Delay = Packet Size / Bandwidth</a:t>
          </a:r>
          <a:endParaRPr lang="en-US" dirty="0"/>
        </a:p>
      </dgm:t>
    </dgm:pt>
    <dgm:pt modelId="{8184D41A-6472-4907-86A0-3D5C3438E5F9}" type="parTrans" cxnId="{C234A2B5-8BA4-47DF-AB4C-57BC67854599}">
      <dgm:prSet/>
      <dgm:spPr/>
      <dgm:t>
        <a:bodyPr/>
        <a:lstStyle/>
        <a:p>
          <a:endParaRPr lang="en-US"/>
        </a:p>
      </dgm:t>
    </dgm:pt>
    <dgm:pt modelId="{DED308C0-7E1F-4D24-9D9F-0DBBA498B975}" type="sibTrans" cxnId="{C234A2B5-8BA4-47DF-AB4C-57BC67854599}">
      <dgm:prSet/>
      <dgm:spPr/>
      <dgm:t>
        <a:bodyPr/>
        <a:lstStyle/>
        <a:p>
          <a:endParaRPr lang="en-US"/>
        </a:p>
      </dgm:t>
    </dgm:pt>
    <dgm:pt modelId="{A800B672-9907-46AA-9EF7-9D0F12B5F50A}">
      <dgm:prSet/>
      <dgm:spPr/>
      <dgm:t>
        <a:bodyPr/>
        <a:lstStyle/>
        <a:p>
          <a:r>
            <a:rPr lang="el-GR"/>
            <a:t>1000 Bytes / 125,000 Bytes/sec = 0.008 δευτερόλεπτα</a:t>
          </a:r>
          <a:endParaRPr lang="en-US"/>
        </a:p>
      </dgm:t>
    </dgm:pt>
    <dgm:pt modelId="{83295F43-A544-4BC9-A15E-336ACD3705A5}" type="parTrans" cxnId="{5D183CC6-271F-427E-B731-2318A3D9CAA2}">
      <dgm:prSet/>
      <dgm:spPr/>
      <dgm:t>
        <a:bodyPr/>
        <a:lstStyle/>
        <a:p>
          <a:endParaRPr lang="en-US"/>
        </a:p>
      </dgm:t>
    </dgm:pt>
    <dgm:pt modelId="{CB07B613-652D-4B92-B488-2716AFAC6589}" type="sibTrans" cxnId="{5D183CC6-271F-427E-B731-2318A3D9CAA2}">
      <dgm:prSet/>
      <dgm:spPr/>
      <dgm:t>
        <a:bodyPr/>
        <a:lstStyle/>
        <a:p>
          <a:endParaRPr lang="en-US"/>
        </a:p>
      </dgm:t>
    </dgm:pt>
    <dgm:pt modelId="{D636800D-A21A-4EC9-ADC3-E159EA154386}">
      <dgm:prSet/>
      <dgm:spPr/>
      <dgm:t>
        <a:bodyPr/>
        <a:lstStyle/>
        <a:p>
          <a:r>
            <a:rPr lang="el-GR"/>
            <a:t>Αυτό σημαίνει ότι ο router χρειάζεται </a:t>
          </a:r>
          <a:r>
            <a:rPr lang="el-GR" b="1"/>
            <a:t>8ms</a:t>
          </a:r>
          <a:r>
            <a:rPr lang="el-GR"/>
            <a:t> για να σπρώξει ένα ολόκληρο πακέτο στη γραμμή.</a:t>
          </a:r>
          <a:endParaRPr lang="en-US"/>
        </a:p>
      </dgm:t>
    </dgm:pt>
    <dgm:pt modelId="{67791BFA-E425-416F-8F2A-60288AAB6D61}" type="parTrans" cxnId="{478CBD43-281D-4C79-A7E2-364AD76CFE93}">
      <dgm:prSet/>
      <dgm:spPr/>
      <dgm:t>
        <a:bodyPr/>
        <a:lstStyle/>
        <a:p>
          <a:endParaRPr lang="en-US"/>
        </a:p>
      </dgm:t>
    </dgm:pt>
    <dgm:pt modelId="{E89257FF-E7A4-4C6E-89D0-B83AFF8E1D3D}" type="sibTrans" cxnId="{478CBD43-281D-4C79-A7E2-364AD76CFE93}">
      <dgm:prSet/>
      <dgm:spPr/>
      <dgm:t>
        <a:bodyPr/>
        <a:lstStyle/>
        <a:p>
          <a:endParaRPr lang="en-US"/>
        </a:p>
      </dgm:t>
    </dgm:pt>
    <dgm:pt modelId="{872FBD6E-E11E-4DC0-91DE-BB112245BE12}">
      <dgm:prSet/>
      <dgm:spPr/>
      <dgm:t>
        <a:bodyPr/>
        <a:lstStyle/>
        <a:p>
          <a:r>
            <a:rPr lang="el-GR" b="1"/>
            <a:t>Ορίζουμε τον Ρυθμό Αφίξεων (Arrival Rate):</a:t>
          </a:r>
          <a:endParaRPr lang="en-US"/>
        </a:p>
      </dgm:t>
    </dgm:pt>
    <dgm:pt modelId="{9DBF5F8F-5689-4BE4-8256-7395A1551706}" type="parTrans" cxnId="{CB60EE52-9425-45FA-87CC-59FB74B5444F}">
      <dgm:prSet/>
      <dgm:spPr/>
      <dgm:t>
        <a:bodyPr/>
        <a:lstStyle/>
        <a:p>
          <a:endParaRPr lang="en-US"/>
        </a:p>
      </dgm:t>
    </dgm:pt>
    <dgm:pt modelId="{F6496B42-11E7-40F6-BE26-4F92F00B5C8F}" type="sibTrans" cxnId="{CB60EE52-9425-45FA-87CC-59FB74B5444F}">
      <dgm:prSet/>
      <dgm:spPr/>
      <dgm:t>
        <a:bodyPr/>
        <a:lstStyle/>
        <a:p>
          <a:endParaRPr lang="en-US"/>
        </a:p>
      </dgm:t>
    </dgm:pt>
    <dgm:pt modelId="{5816EC2C-D231-48C5-AEFB-1F1898F6C4D8}">
      <dgm:prSet/>
      <dgm:spPr/>
      <dgm:t>
        <a:bodyPr/>
        <a:lstStyle/>
        <a:p>
          <a:r>
            <a:rPr lang="el-GR"/>
            <a:t>Packet Interval = 0.005 δευτερόλεπτα</a:t>
          </a:r>
          <a:endParaRPr lang="en-US"/>
        </a:p>
      </dgm:t>
    </dgm:pt>
    <dgm:pt modelId="{873A91D2-A0F7-4CB8-BA82-D40EE1BF62FC}" type="parTrans" cxnId="{25033150-E7B7-433D-9E9D-FDEAD0CC325B}">
      <dgm:prSet/>
      <dgm:spPr/>
      <dgm:t>
        <a:bodyPr/>
        <a:lstStyle/>
        <a:p>
          <a:endParaRPr lang="en-US"/>
        </a:p>
      </dgm:t>
    </dgm:pt>
    <dgm:pt modelId="{61B898E4-0ADB-4388-A448-7F0DF26673D5}" type="sibTrans" cxnId="{25033150-E7B7-433D-9E9D-FDEAD0CC325B}">
      <dgm:prSet/>
      <dgm:spPr/>
      <dgm:t>
        <a:bodyPr/>
        <a:lstStyle/>
        <a:p>
          <a:endParaRPr lang="en-US"/>
        </a:p>
      </dgm:t>
    </dgm:pt>
    <dgm:pt modelId="{CAEFC759-7ADB-4F8B-A92D-842B5427C5EE}">
      <dgm:prSet/>
      <dgm:spPr/>
      <dgm:t>
        <a:bodyPr/>
        <a:lstStyle/>
        <a:p>
          <a:r>
            <a:rPr lang="el-GR" dirty="0"/>
            <a:t>Η πηγή στέλνει ένα νέο πακέτο κάθε </a:t>
          </a:r>
          <a:r>
            <a:rPr lang="el-GR" b="1" dirty="0"/>
            <a:t>5ms</a:t>
          </a:r>
          <a:r>
            <a:rPr lang="el-GR" dirty="0"/>
            <a:t>.</a:t>
          </a:r>
          <a:endParaRPr lang="en-US" dirty="0"/>
        </a:p>
      </dgm:t>
    </dgm:pt>
    <dgm:pt modelId="{8FF14044-9100-43AB-9AD6-6DF84FBBB50C}" type="parTrans" cxnId="{7C3CBA73-A049-4B09-B301-7A5AF29F8871}">
      <dgm:prSet/>
      <dgm:spPr/>
      <dgm:t>
        <a:bodyPr/>
        <a:lstStyle/>
        <a:p>
          <a:endParaRPr lang="en-US"/>
        </a:p>
      </dgm:t>
    </dgm:pt>
    <dgm:pt modelId="{B3CB2C4A-D201-49B2-8702-7982D2C5BF2D}" type="sibTrans" cxnId="{7C3CBA73-A049-4B09-B301-7A5AF29F8871}">
      <dgm:prSet/>
      <dgm:spPr/>
      <dgm:t>
        <a:bodyPr/>
        <a:lstStyle/>
        <a:p>
          <a:endParaRPr lang="en-US"/>
        </a:p>
      </dgm:t>
    </dgm:pt>
    <dgm:pt modelId="{E91D0413-D1BD-4220-A10D-694EAE9E0BD9}" type="pres">
      <dgm:prSet presAssocID="{85D69326-44DD-4742-86E4-66314258F05D}" presName="Name0" presStyleCnt="0">
        <dgm:presLayoutVars>
          <dgm:dir/>
          <dgm:animLvl val="lvl"/>
          <dgm:resizeHandles val="exact"/>
        </dgm:presLayoutVars>
      </dgm:prSet>
      <dgm:spPr/>
    </dgm:pt>
    <dgm:pt modelId="{1A15609F-D140-4203-B83C-1DAE7A473E64}" type="pres">
      <dgm:prSet presAssocID="{EDC39548-FF97-418A-A819-1D283F9A559A}" presName="linNode" presStyleCnt="0"/>
      <dgm:spPr/>
    </dgm:pt>
    <dgm:pt modelId="{1912DF6A-2585-4A61-90CF-3969A2906B4A}" type="pres">
      <dgm:prSet presAssocID="{EDC39548-FF97-418A-A819-1D283F9A559A}" presName="parentText" presStyleLbl="node1" presStyleIdx="0" presStyleCnt="4">
        <dgm:presLayoutVars>
          <dgm:chMax val="1"/>
          <dgm:bulletEnabled val="1"/>
        </dgm:presLayoutVars>
      </dgm:prSet>
      <dgm:spPr/>
    </dgm:pt>
    <dgm:pt modelId="{767B2262-6F76-471D-AB4A-160697494586}" type="pres">
      <dgm:prSet presAssocID="{EDC39548-FF97-418A-A819-1D283F9A559A}" presName="descendantText" presStyleLbl="alignAccFollowNode1" presStyleIdx="0" presStyleCnt="4">
        <dgm:presLayoutVars>
          <dgm:bulletEnabled val="1"/>
        </dgm:presLayoutVars>
      </dgm:prSet>
      <dgm:spPr/>
    </dgm:pt>
    <dgm:pt modelId="{24B66BC2-05B8-4BEF-B798-CAC365F743E1}" type="pres">
      <dgm:prSet presAssocID="{0B08AF6B-FE9F-4B4F-901D-29F082864BD9}" presName="sp" presStyleCnt="0"/>
      <dgm:spPr/>
    </dgm:pt>
    <dgm:pt modelId="{E23525B0-0D8B-4C7B-9A21-EEE8A7666B29}" type="pres">
      <dgm:prSet presAssocID="{BD9FE78B-0E14-4EC9-89F5-BF7D0F62163E}" presName="linNode" presStyleCnt="0"/>
      <dgm:spPr/>
    </dgm:pt>
    <dgm:pt modelId="{E8B91188-4BE9-49E8-839D-C577A75DD324}" type="pres">
      <dgm:prSet presAssocID="{BD9FE78B-0E14-4EC9-89F5-BF7D0F62163E}" presName="parentText" presStyleLbl="node1" presStyleIdx="1" presStyleCnt="4">
        <dgm:presLayoutVars>
          <dgm:chMax val="1"/>
          <dgm:bulletEnabled val="1"/>
        </dgm:presLayoutVars>
      </dgm:prSet>
      <dgm:spPr/>
    </dgm:pt>
    <dgm:pt modelId="{4941C0ED-29C4-434A-A426-25C2D387BD79}" type="pres">
      <dgm:prSet presAssocID="{BD9FE78B-0E14-4EC9-89F5-BF7D0F62163E}" presName="descendantText" presStyleLbl="alignAccFollowNode1" presStyleIdx="1" presStyleCnt="4">
        <dgm:presLayoutVars>
          <dgm:bulletEnabled val="1"/>
        </dgm:presLayoutVars>
      </dgm:prSet>
      <dgm:spPr/>
    </dgm:pt>
    <dgm:pt modelId="{2EC80A01-F1F9-4C1D-9C46-50F22AC640B4}" type="pres">
      <dgm:prSet presAssocID="{32EFDF6B-017D-4E2B-B3E2-FDFEBA04EDAA}" presName="sp" presStyleCnt="0"/>
      <dgm:spPr/>
    </dgm:pt>
    <dgm:pt modelId="{76472F46-1AA9-4CCE-80D9-C2CB5427628A}" type="pres">
      <dgm:prSet presAssocID="{2262E5BA-5B98-481F-8B1E-2A62B06C363C}" presName="linNode" presStyleCnt="0"/>
      <dgm:spPr/>
    </dgm:pt>
    <dgm:pt modelId="{DBB92D28-5C5A-451E-B08C-842B1CA6E3DB}" type="pres">
      <dgm:prSet presAssocID="{2262E5BA-5B98-481F-8B1E-2A62B06C363C}" presName="parentText" presStyleLbl="node1" presStyleIdx="2" presStyleCnt="4">
        <dgm:presLayoutVars>
          <dgm:chMax val="1"/>
          <dgm:bulletEnabled val="1"/>
        </dgm:presLayoutVars>
      </dgm:prSet>
      <dgm:spPr/>
    </dgm:pt>
    <dgm:pt modelId="{0B347050-530E-4D77-BD25-9718AF6A1990}" type="pres">
      <dgm:prSet presAssocID="{2262E5BA-5B98-481F-8B1E-2A62B06C363C}" presName="descendantText" presStyleLbl="alignAccFollowNode1" presStyleIdx="2" presStyleCnt="4">
        <dgm:presLayoutVars>
          <dgm:bulletEnabled val="1"/>
        </dgm:presLayoutVars>
      </dgm:prSet>
      <dgm:spPr/>
    </dgm:pt>
    <dgm:pt modelId="{E6712225-47FD-4783-B181-1F88C49E573F}" type="pres">
      <dgm:prSet presAssocID="{033FCEDA-566C-424C-8AC8-E29B750A5443}" presName="sp" presStyleCnt="0"/>
      <dgm:spPr/>
    </dgm:pt>
    <dgm:pt modelId="{C87277CE-22B8-4641-ACE1-A295B50C25C6}" type="pres">
      <dgm:prSet presAssocID="{872FBD6E-E11E-4DC0-91DE-BB112245BE12}" presName="linNode" presStyleCnt="0"/>
      <dgm:spPr/>
    </dgm:pt>
    <dgm:pt modelId="{4C3C8293-E665-422C-8F53-BB15BCE73427}" type="pres">
      <dgm:prSet presAssocID="{872FBD6E-E11E-4DC0-91DE-BB112245BE12}" presName="parentText" presStyleLbl="node1" presStyleIdx="3" presStyleCnt="4">
        <dgm:presLayoutVars>
          <dgm:chMax val="1"/>
          <dgm:bulletEnabled val="1"/>
        </dgm:presLayoutVars>
      </dgm:prSet>
      <dgm:spPr/>
    </dgm:pt>
    <dgm:pt modelId="{1A98226B-975D-417E-8BB5-F849EC8BE9C1}" type="pres">
      <dgm:prSet presAssocID="{872FBD6E-E11E-4DC0-91DE-BB112245BE12}" presName="descendantText" presStyleLbl="alignAccFollowNode1" presStyleIdx="3" presStyleCnt="4">
        <dgm:presLayoutVars>
          <dgm:bulletEnabled val="1"/>
        </dgm:presLayoutVars>
      </dgm:prSet>
      <dgm:spPr/>
    </dgm:pt>
  </dgm:ptLst>
  <dgm:cxnLst>
    <dgm:cxn modelId="{697C3512-591A-458C-86AD-63272514AD4D}" type="presOf" srcId="{CAEFC759-7ADB-4F8B-A92D-842B5427C5EE}" destId="{1A98226B-975D-417E-8BB5-F849EC8BE9C1}" srcOrd="0" destOrd="1" presId="urn:microsoft.com/office/officeart/2005/8/layout/vList5"/>
    <dgm:cxn modelId="{96B1A013-5F9A-4BC9-A8F4-A25469DE6648}" type="presOf" srcId="{85D69326-44DD-4742-86E4-66314258F05D}" destId="{E91D0413-D1BD-4220-A10D-694EAE9E0BD9}" srcOrd="0" destOrd="0" presId="urn:microsoft.com/office/officeart/2005/8/layout/vList5"/>
    <dgm:cxn modelId="{4671FA20-BF1F-4992-86B9-86274DEF1D8C}" srcId="{85D69326-44DD-4742-86E4-66314258F05D}" destId="{BD9FE78B-0E14-4EC9-89F5-BF7D0F62163E}" srcOrd="1" destOrd="0" parTransId="{8B5CD102-5555-4F0C-974C-636639071A42}" sibTransId="{32EFDF6B-017D-4E2B-B3E2-FDFEBA04EDAA}"/>
    <dgm:cxn modelId="{0445F12B-AD5F-4624-90C8-35BEF06636C1}" type="presOf" srcId="{5816EC2C-D231-48C5-AEFB-1F1898F6C4D8}" destId="{1A98226B-975D-417E-8BB5-F849EC8BE9C1}" srcOrd="0" destOrd="0" presId="urn:microsoft.com/office/officeart/2005/8/layout/vList5"/>
    <dgm:cxn modelId="{1615CE3A-5541-488C-8AAE-91BBBE9305B5}" type="presOf" srcId="{2262E5BA-5B98-481F-8B1E-2A62B06C363C}" destId="{DBB92D28-5C5A-451E-B08C-842B1CA6E3DB}" srcOrd="0" destOrd="0" presId="urn:microsoft.com/office/officeart/2005/8/layout/vList5"/>
    <dgm:cxn modelId="{478CBD43-281D-4C79-A7E2-364AD76CFE93}" srcId="{2262E5BA-5B98-481F-8B1E-2A62B06C363C}" destId="{D636800D-A21A-4EC9-ADC3-E159EA154386}" srcOrd="2" destOrd="0" parTransId="{67791BFA-E425-416F-8F2A-60288AAB6D61}" sibTransId="{E89257FF-E7A4-4C6E-89D0-B83AFF8E1D3D}"/>
    <dgm:cxn modelId="{25033150-E7B7-433D-9E9D-FDEAD0CC325B}" srcId="{872FBD6E-E11E-4DC0-91DE-BB112245BE12}" destId="{5816EC2C-D231-48C5-AEFB-1F1898F6C4D8}" srcOrd="0" destOrd="0" parTransId="{873A91D2-A0F7-4CB8-BA82-D40EE1BF62FC}" sibTransId="{61B898E4-0ADB-4388-A448-7F0DF26673D5}"/>
    <dgm:cxn modelId="{CB60EE52-9425-45FA-87CC-59FB74B5444F}" srcId="{85D69326-44DD-4742-86E4-66314258F05D}" destId="{872FBD6E-E11E-4DC0-91DE-BB112245BE12}" srcOrd="3" destOrd="0" parTransId="{9DBF5F8F-5689-4BE4-8256-7395A1551706}" sibTransId="{F6496B42-11E7-40F6-BE26-4F92F00B5C8F}"/>
    <dgm:cxn modelId="{7C3CBA73-A049-4B09-B301-7A5AF29F8871}" srcId="{872FBD6E-E11E-4DC0-91DE-BB112245BE12}" destId="{CAEFC759-7ADB-4F8B-A92D-842B5427C5EE}" srcOrd="1" destOrd="0" parTransId="{8FF14044-9100-43AB-9AD6-6DF84FBBB50C}" sibTransId="{B3CB2C4A-D201-49B2-8702-7982D2C5BF2D}"/>
    <dgm:cxn modelId="{C397C277-00C1-446B-AF49-C03904F7CC66}" type="presOf" srcId="{A800B672-9907-46AA-9EF7-9D0F12B5F50A}" destId="{0B347050-530E-4D77-BD25-9718AF6A1990}" srcOrd="0" destOrd="1" presId="urn:microsoft.com/office/officeart/2005/8/layout/vList5"/>
    <dgm:cxn modelId="{AAFF7F7C-9D1D-48B4-B64D-23D95E0B3CB2}" srcId="{85D69326-44DD-4742-86E4-66314258F05D}" destId="{EDC39548-FF97-418A-A819-1D283F9A559A}" srcOrd="0" destOrd="0" parTransId="{9C8CEB9A-8D06-43EC-94F2-5AB3CC488B79}" sibTransId="{0B08AF6B-FE9F-4B4F-901D-29F082864BD9}"/>
    <dgm:cxn modelId="{4D13E887-00E2-4369-A4D8-B6F87C8465CE}" srcId="{BD9FE78B-0E14-4EC9-89F5-BF7D0F62163E}" destId="{A67EFF8A-3F6C-4B9F-B122-A4BAE7F02772}" srcOrd="0" destOrd="0" parTransId="{87B23B13-2B68-4809-9510-C7809510550C}" sibTransId="{6ACD542B-8FCC-4454-AB13-11E43D3C170F}"/>
    <dgm:cxn modelId="{615C478B-2C54-4273-9894-9D5F4D8FA317}" srcId="{EDC39548-FF97-418A-A819-1D283F9A559A}" destId="{88CCC424-F2DE-4B18-AACF-2A4B5EC11DE9}" srcOrd="0" destOrd="0" parTransId="{9D593CDC-1D83-4951-8577-4FA6A83B157F}" sibTransId="{BC190561-97FC-4AD1-B434-D20EA3452C4A}"/>
    <dgm:cxn modelId="{003123AD-83B9-4943-AE74-3D60226B11F0}" type="presOf" srcId="{872FBD6E-E11E-4DC0-91DE-BB112245BE12}" destId="{4C3C8293-E665-422C-8F53-BB15BCE73427}" srcOrd="0" destOrd="0" presId="urn:microsoft.com/office/officeart/2005/8/layout/vList5"/>
    <dgm:cxn modelId="{8A7F78B1-7522-4165-ABBD-D58B94724097}" type="presOf" srcId="{D636800D-A21A-4EC9-ADC3-E159EA154386}" destId="{0B347050-530E-4D77-BD25-9718AF6A1990}" srcOrd="0" destOrd="2" presId="urn:microsoft.com/office/officeart/2005/8/layout/vList5"/>
    <dgm:cxn modelId="{6E0927B3-1589-4D87-BFA5-672A126528C6}" type="presOf" srcId="{88CCC424-F2DE-4B18-AACF-2A4B5EC11DE9}" destId="{767B2262-6F76-471D-AB4A-160697494586}" srcOrd="0" destOrd="0" presId="urn:microsoft.com/office/officeart/2005/8/layout/vList5"/>
    <dgm:cxn modelId="{C234A2B5-8BA4-47DF-AB4C-57BC67854599}" srcId="{2262E5BA-5B98-481F-8B1E-2A62B06C363C}" destId="{9B428F33-8957-442B-8C96-555D735E988F}" srcOrd="0" destOrd="0" parTransId="{8184D41A-6472-4907-86A0-3D5C3438E5F9}" sibTransId="{DED308C0-7E1F-4D24-9D9F-0DBBA498B975}"/>
    <dgm:cxn modelId="{0DB5E3BB-980B-43B5-9771-E1E95B92FBC2}" type="presOf" srcId="{BD9FE78B-0E14-4EC9-89F5-BF7D0F62163E}" destId="{E8B91188-4BE9-49E8-839D-C577A75DD324}" srcOrd="0" destOrd="0" presId="urn:microsoft.com/office/officeart/2005/8/layout/vList5"/>
    <dgm:cxn modelId="{184CC6C4-7D5D-4541-B6B0-3A385BE010C8}" type="presOf" srcId="{A67EFF8A-3F6C-4B9F-B122-A4BAE7F02772}" destId="{4941C0ED-29C4-434A-A426-25C2D387BD79}" srcOrd="0" destOrd="0" presId="urn:microsoft.com/office/officeart/2005/8/layout/vList5"/>
    <dgm:cxn modelId="{5D183CC6-271F-427E-B731-2318A3D9CAA2}" srcId="{2262E5BA-5B98-481F-8B1E-2A62B06C363C}" destId="{A800B672-9907-46AA-9EF7-9D0F12B5F50A}" srcOrd="1" destOrd="0" parTransId="{83295F43-A544-4BC9-A15E-336ACD3705A5}" sibTransId="{CB07B613-652D-4B92-B488-2716AFAC6589}"/>
    <dgm:cxn modelId="{6F18BBCD-D2ED-4D73-8F46-5C2015481AE1}" type="presOf" srcId="{9B428F33-8957-442B-8C96-555D735E988F}" destId="{0B347050-530E-4D77-BD25-9718AF6A1990}" srcOrd="0" destOrd="0" presId="urn:microsoft.com/office/officeart/2005/8/layout/vList5"/>
    <dgm:cxn modelId="{481EF2D0-3699-4E2E-A516-E0B58DF46874}" type="presOf" srcId="{EDC39548-FF97-418A-A819-1D283F9A559A}" destId="{1912DF6A-2585-4A61-90CF-3969A2906B4A}" srcOrd="0" destOrd="0" presId="urn:microsoft.com/office/officeart/2005/8/layout/vList5"/>
    <dgm:cxn modelId="{31492FF1-2671-4DDC-A215-74F232CB5436}" srcId="{85D69326-44DD-4742-86E4-66314258F05D}" destId="{2262E5BA-5B98-481F-8B1E-2A62B06C363C}" srcOrd="2" destOrd="0" parTransId="{4951BBE4-C0F0-462B-99D7-A08AD5732EC9}" sibTransId="{033FCEDA-566C-424C-8AC8-E29B750A5443}"/>
    <dgm:cxn modelId="{354DF224-1027-4A71-BFAC-F2CD5130750B}" type="presParOf" srcId="{E91D0413-D1BD-4220-A10D-694EAE9E0BD9}" destId="{1A15609F-D140-4203-B83C-1DAE7A473E64}" srcOrd="0" destOrd="0" presId="urn:microsoft.com/office/officeart/2005/8/layout/vList5"/>
    <dgm:cxn modelId="{6340D1BE-AACF-4B47-9F57-89248D95C730}" type="presParOf" srcId="{1A15609F-D140-4203-B83C-1DAE7A473E64}" destId="{1912DF6A-2585-4A61-90CF-3969A2906B4A}" srcOrd="0" destOrd="0" presId="urn:microsoft.com/office/officeart/2005/8/layout/vList5"/>
    <dgm:cxn modelId="{0B3A2AE5-384D-4573-8764-D4F62139B798}" type="presParOf" srcId="{1A15609F-D140-4203-B83C-1DAE7A473E64}" destId="{767B2262-6F76-471D-AB4A-160697494586}" srcOrd="1" destOrd="0" presId="urn:microsoft.com/office/officeart/2005/8/layout/vList5"/>
    <dgm:cxn modelId="{1308ACC3-C616-4E14-8717-978D0B1F5124}" type="presParOf" srcId="{E91D0413-D1BD-4220-A10D-694EAE9E0BD9}" destId="{24B66BC2-05B8-4BEF-B798-CAC365F743E1}" srcOrd="1" destOrd="0" presId="urn:microsoft.com/office/officeart/2005/8/layout/vList5"/>
    <dgm:cxn modelId="{C3F96255-85F9-4F57-8066-FEE67A25CB6D}" type="presParOf" srcId="{E91D0413-D1BD-4220-A10D-694EAE9E0BD9}" destId="{E23525B0-0D8B-4C7B-9A21-EEE8A7666B29}" srcOrd="2" destOrd="0" presId="urn:microsoft.com/office/officeart/2005/8/layout/vList5"/>
    <dgm:cxn modelId="{169D01E7-785A-4C18-82D5-C78D02C72980}" type="presParOf" srcId="{E23525B0-0D8B-4C7B-9A21-EEE8A7666B29}" destId="{E8B91188-4BE9-49E8-839D-C577A75DD324}" srcOrd="0" destOrd="0" presId="urn:microsoft.com/office/officeart/2005/8/layout/vList5"/>
    <dgm:cxn modelId="{10EC6126-9899-47C9-A7B7-9485614186F3}" type="presParOf" srcId="{E23525B0-0D8B-4C7B-9A21-EEE8A7666B29}" destId="{4941C0ED-29C4-434A-A426-25C2D387BD79}" srcOrd="1" destOrd="0" presId="urn:microsoft.com/office/officeart/2005/8/layout/vList5"/>
    <dgm:cxn modelId="{13FBE788-26D5-4FC0-8823-B8FE7C1284B1}" type="presParOf" srcId="{E91D0413-D1BD-4220-A10D-694EAE9E0BD9}" destId="{2EC80A01-F1F9-4C1D-9C46-50F22AC640B4}" srcOrd="3" destOrd="0" presId="urn:microsoft.com/office/officeart/2005/8/layout/vList5"/>
    <dgm:cxn modelId="{17D0E2F7-08B2-4DB4-94A6-2993DD4F891B}" type="presParOf" srcId="{E91D0413-D1BD-4220-A10D-694EAE9E0BD9}" destId="{76472F46-1AA9-4CCE-80D9-C2CB5427628A}" srcOrd="4" destOrd="0" presId="urn:microsoft.com/office/officeart/2005/8/layout/vList5"/>
    <dgm:cxn modelId="{9C8FA31D-136D-4644-8A23-771D71639798}" type="presParOf" srcId="{76472F46-1AA9-4CCE-80D9-C2CB5427628A}" destId="{DBB92D28-5C5A-451E-B08C-842B1CA6E3DB}" srcOrd="0" destOrd="0" presId="urn:microsoft.com/office/officeart/2005/8/layout/vList5"/>
    <dgm:cxn modelId="{B5302517-2D68-472E-B1DF-BCC918268D5D}" type="presParOf" srcId="{76472F46-1AA9-4CCE-80D9-C2CB5427628A}" destId="{0B347050-530E-4D77-BD25-9718AF6A1990}" srcOrd="1" destOrd="0" presId="urn:microsoft.com/office/officeart/2005/8/layout/vList5"/>
    <dgm:cxn modelId="{CF0B15AF-42A3-4E16-8965-7434A08FA345}" type="presParOf" srcId="{E91D0413-D1BD-4220-A10D-694EAE9E0BD9}" destId="{E6712225-47FD-4783-B181-1F88C49E573F}" srcOrd="5" destOrd="0" presId="urn:microsoft.com/office/officeart/2005/8/layout/vList5"/>
    <dgm:cxn modelId="{A78CEBE0-B3B9-4A5D-B254-3971F21535AD}" type="presParOf" srcId="{E91D0413-D1BD-4220-A10D-694EAE9E0BD9}" destId="{C87277CE-22B8-4641-ACE1-A295B50C25C6}" srcOrd="6" destOrd="0" presId="urn:microsoft.com/office/officeart/2005/8/layout/vList5"/>
    <dgm:cxn modelId="{0A93B5D7-6625-4EC5-9A5A-1E5D8DA7FE99}" type="presParOf" srcId="{C87277CE-22B8-4641-ACE1-A295B50C25C6}" destId="{4C3C8293-E665-422C-8F53-BB15BCE73427}" srcOrd="0" destOrd="0" presId="urn:microsoft.com/office/officeart/2005/8/layout/vList5"/>
    <dgm:cxn modelId="{0B13FAB8-675B-4795-9B78-F267F487C99E}" type="presParOf" srcId="{C87277CE-22B8-4641-ACE1-A295B50C25C6}" destId="{1A98226B-975D-417E-8BB5-F849EC8BE9C1}"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D72AFD5-EF56-4C0F-A5B1-2093072216EB}"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F2590C97-947F-4B60-82B3-5E777E1F569B}">
      <dgm:prSet/>
      <dgm:spPr/>
      <dgm:t>
        <a:bodyPr/>
        <a:lstStyle/>
        <a:p>
          <a:r>
            <a:rPr lang="el-GR" b="1" dirty="0"/>
            <a:t>Δημιουργία Ουράς (Queue):</a:t>
          </a:r>
          <a:endParaRPr lang="en-US" dirty="0"/>
        </a:p>
      </dgm:t>
    </dgm:pt>
    <dgm:pt modelId="{AD0B5BF4-BCAE-4073-890D-CC54E83E93CD}" type="parTrans" cxnId="{923EA1D4-F338-4274-87C4-BB8E10751AF0}">
      <dgm:prSet/>
      <dgm:spPr/>
      <dgm:t>
        <a:bodyPr/>
        <a:lstStyle/>
        <a:p>
          <a:endParaRPr lang="en-US"/>
        </a:p>
      </dgm:t>
    </dgm:pt>
    <dgm:pt modelId="{D92E37B1-AB4B-4A38-82B4-62B5DD1C2617}" type="sibTrans" cxnId="{923EA1D4-F338-4274-87C4-BB8E10751AF0}">
      <dgm:prSet/>
      <dgm:spPr/>
      <dgm:t>
        <a:bodyPr/>
        <a:lstStyle/>
        <a:p>
          <a:endParaRPr lang="en-US"/>
        </a:p>
      </dgm:t>
    </dgm:pt>
    <dgm:pt modelId="{7C006DF7-BEB1-41E8-8D13-DFDD0C297AD3}">
      <dgm:prSet/>
      <dgm:spPr/>
      <dgm:t>
        <a:bodyPr/>
        <a:lstStyle/>
        <a:p>
          <a:r>
            <a:rPr lang="el-GR" dirty="0"/>
            <a:t>Χρησιμοποιήσαμε το simpy.Store για να μοντελοποιήσουμε την ουρά του router.</a:t>
          </a:r>
          <a:br>
            <a:rPr lang="en-US" dirty="0"/>
          </a:br>
          <a:endParaRPr lang="en-US" dirty="0"/>
        </a:p>
      </dgm:t>
    </dgm:pt>
    <dgm:pt modelId="{E64542C8-82BD-4844-B0C7-128D98E9AFDB}" type="parTrans" cxnId="{909DF0E0-EC78-42D7-B1A7-7BB7F5FC9854}">
      <dgm:prSet/>
      <dgm:spPr/>
      <dgm:t>
        <a:bodyPr/>
        <a:lstStyle/>
        <a:p>
          <a:endParaRPr lang="en-US"/>
        </a:p>
      </dgm:t>
    </dgm:pt>
    <dgm:pt modelId="{D3E05407-63B3-41F8-A5DD-EDA1F03210F8}" type="sibTrans" cxnId="{909DF0E0-EC78-42D7-B1A7-7BB7F5FC9854}">
      <dgm:prSet/>
      <dgm:spPr/>
      <dgm:t>
        <a:bodyPr/>
        <a:lstStyle/>
        <a:p>
          <a:endParaRPr lang="en-US"/>
        </a:p>
      </dgm:t>
    </dgm:pt>
    <dgm:pt modelId="{33DEACA2-0BDA-41B6-8932-DED6CC7B47E7}">
      <dgm:prSet/>
      <dgm:spPr/>
      <dgm:t>
        <a:bodyPr/>
        <a:lstStyle/>
        <a:p>
          <a:r>
            <a:rPr lang="el-GR"/>
            <a:t>Ορίσαμε </a:t>
          </a:r>
          <a:r>
            <a:rPr lang="el-GR" b="1"/>
            <a:t>περιορισμένο μέγεθος:</a:t>
          </a:r>
          <a:r>
            <a:rPr lang="el-GR"/>
            <a:t> QUEUE_SIZE = 10 πακέτα.</a:t>
          </a:r>
          <a:endParaRPr lang="en-US"/>
        </a:p>
      </dgm:t>
    </dgm:pt>
    <dgm:pt modelId="{D677F2F7-2479-4DC5-88BF-3A8F98B39081}" type="parTrans" cxnId="{5C85E432-15C2-426D-94C8-64533C72EA2B}">
      <dgm:prSet/>
      <dgm:spPr/>
      <dgm:t>
        <a:bodyPr/>
        <a:lstStyle/>
        <a:p>
          <a:endParaRPr lang="en-US"/>
        </a:p>
      </dgm:t>
    </dgm:pt>
    <dgm:pt modelId="{F6ADE3BA-EBF5-4A2C-8B09-13323FCDCD3E}" type="sibTrans" cxnId="{5C85E432-15C2-426D-94C8-64533C72EA2B}">
      <dgm:prSet/>
      <dgm:spPr/>
      <dgm:t>
        <a:bodyPr/>
        <a:lstStyle/>
        <a:p>
          <a:endParaRPr lang="en-US"/>
        </a:p>
      </dgm:t>
    </dgm:pt>
    <dgm:pt modelId="{7C23E5CA-9C61-4A59-ACE4-E5137FC17D1D}">
      <dgm:prSet/>
      <dgm:spPr/>
      <dgm:t>
        <a:bodyPr/>
        <a:lstStyle/>
        <a:p>
          <a:r>
            <a:rPr lang="el-GR" b="1"/>
            <a:t>Η Λογική του Router:</a:t>
          </a:r>
          <a:endParaRPr lang="en-US"/>
        </a:p>
      </dgm:t>
    </dgm:pt>
    <dgm:pt modelId="{B8FC6E0E-9C19-4ED6-829D-B649E1BE4F22}" type="parTrans" cxnId="{BA6C1DD2-8720-4388-B833-6C98AA9B8D43}">
      <dgm:prSet/>
      <dgm:spPr/>
      <dgm:t>
        <a:bodyPr/>
        <a:lstStyle/>
        <a:p>
          <a:endParaRPr lang="en-US"/>
        </a:p>
      </dgm:t>
    </dgm:pt>
    <dgm:pt modelId="{44ABC6FB-9855-4A0D-A938-FE02565D7F80}" type="sibTrans" cxnId="{BA6C1DD2-8720-4388-B833-6C98AA9B8D43}">
      <dgm:prSet/>
      <dgm:spPr/>
      <dgm:t>
        <a:bodyPr/>
        <a:lstStyle/>
        <a:p>
          <a:endParaRPr lang="en-US"/>
        </a:p>
      </dgm:t>
    </dgm:pt>
    <dgm:pt modelId="{99FDD68B-08F1-48F4-9062-0C93662E6F67}">
      <dgm:prSet/>
      <dgm:spPr/>
      <dgm:t>
        <a:bodyPr/>
        <a:lstStyle/>
        <a:p>
          <a:r>
            <a:rPr lang="el-GR" b="1"/>
            <a:t>Όταν ένα πακέτο φτάνει:</a:t>
          </a:r>
          <a:endParaRPr lang="en-US"/>
        </a:p>
      </dgm:t>
    </dgm:pt>
    <dgm:pt modelId="{D520DEA1-ECB5-4D37-BAD5-A0B7D8AAAA7F}" type="parTrans" cxnId="{BB943966-C938-4CB3-9FEA-891FD4422E1D}">
      <dgm:prSet/>
      <dgm:spPr/>
      <dgm:t>
        <a:bodyPr/>
        <a:lstStyle/>
        <a:p>
          <a:endParaRPr lang="en-US"/>
        </a:p>
      </dgm:t>
    </dgm:pt>
    <dgm:pt modelId="{6C12B00D-F9BF-4C8C-A732-8C378F8A8CE5}" type="sibTrans" cxnId="{BB943966-C938-4CB3-9FEA-891FD4422E1D}">
      <dgm:prSet/>
      <dgm:spPr/>
      <dgm:t>
        <a:bodyPr/>
        <a:lstStyle/>
        <a:p>
          <a:endParaRPr lang="en-US"/>
        </a:p>
      </dgm:t>
    </dgm:pt>
    <dgm:pt modelId="{757881B9-F05B-4ACE-8B21-506D02266ED9}">
      <dgm:prSet/>
      <dgm:spPr/>
      <dgm:t>
        <a:bodyPr/>
        <a:lstStyle/>
        <a:p>
          <a:r>
            <a:rPr lang="el-GR" b="1"/>
            <a:t>Ερώτηση:</a:t>
          </a:r>
          <a:r>
            <a:rPr lang="el-GR"/>
            <a:t> Υπάρχει χώρος στην ουρά;</a:t>
          </a:r>
          <a:endParaRPr lang="en-US"/>
        </a:p>
      </dgm:t>
    </dgm:pt>
    <dgm:pt modelId="{06AFCF25-A542-4BDF-A6E9-BDF4D06BB547}" type="parTrans" cxnId="{D9507DD8-5815-4683-9FBD-5044E0D3DF2C}">
      <dgm:prSet/>
      <dgm:spPr/>
      <dgm:t>
        <a:bodyPr/>
        <a:lstStyle/>
        <a:p>
          <a:endParaRPr lang="en-US"/>
        </a:p>
      </dgm:t>
    </dgm:pt>
    <dgm:pt modelId="{7818076D-D852-4FB8-B51E-F1A725D757AC}" type="sibTrans" cxnId="{D9507DD8-5815-4683-9FBD-5044E0D3DF2C}">
      <dgm:prSet/>
      <dgm:spPr/>
      <dgm:t>
        <a:bodyPr/>
        <a:lstStyle/>
        <a:p>
          <a:endParaRPr lang="en-US"/>
        </a:p>
      </dgm:t>
    </dgm:pt>
    <dgm:pt modelId="{55212FF2-B820-4AB3-91D2-58741659DB5B}">
      <dgm:prSet/>
      <dgm:spPr/>
      <dgm:t>
        <a:bodyPr/>
        <a:lstStyle/>
        <a:p>
          <a:r>
            <a:rPr lang="el-GR" b="1"/>
            <a:t>Αν ΝΑΙ:</a:t>
          </a:r>
          <a:r>
            <a:rPr lang="el-GR"/>
            <a:t> Το πακέτο μπαίνει στην ουρά για να περιμένει τη σειρά του.</a:t>
          </a:r>
          <a:endParaRPr lang="en-US"/>
        </a:p>
      </dgm:t>
    </dgm:pt>
    <dgm:pt modelId="{17E1CE9A-CDA3-4199-AAC9-DC6E711BF91C}" type="parTrans" cxnId="{1DA19D40-461B-41AB-9370-AACCF033B6D6}">
      <dgm:prSet/>
      <dgm:spPr/>
      <dgm:t>
        <a:bodyPr/>
        <a:lstStyle/>
        <a:p>
          <a:endParaRPr lang="en-US"/>
        </a:p>
      </dgm:t>
    </dgm:pt>
    <dgm:pt modelId="{70F6AA3A-BEDF-43C6-A8C0-28428276C80F}" type="sibTrans" cxnId="{1DA19D40-461B-41AB-9370-AACCF033B6D6}">
      <dgm:prSet/>
      <dgm:spPr/>
      <dgm:t>
        <a:bodyPr/>
        <a:lstStyle/>
        <a:p>
          <a:endParaRPr lang="en-US"/>
        </a:p>
      </dgm:t>
    </dgm:pt>
    <dgm:pt modelId="{72919782-0FF2-4D4B-BE56-C7AE3A3292A0}">
      <dgm:prSet/>
      <dgm:spPr/>
      <dgm:t>
        <a:bodyPr/>
        <a:lstStyle/>
        <a:p>
          <a:r>
            <a:rPr lang="el-GR" b="1"/>
            <a:t>Αν ΟΧΙ:</a:t>
          </a:r>
          <a:r>
            <a:rPr lang="el-GR"/>
            <a:t> Το πακέτο απορρίπτεται (</a:t>
          </a:r>
          <a:r>
            <a:rPr lang="el-GR" b="1"/>
            <a:t>Packet Drop</a:t>
          </a:r>
          <a:r>
            <a:rPr lang="el-GR"/>
            <a:t>) και καταγράφεται.</a:t>
          </a:r>
          <a:endParaRPr lang="en-US"/>
        </a:p>
      </dgm:t>
    </dgm:pt>
    <dgm:pt modelId="{B44CC34B-206B-4A7B-BD13-D2CA8682E836}" type="parTrans" cxnId="{968C6386-71F7-4259-8D2B-7A159DD033A2}">
      <dgm:prSet/>
      <dgm:spPr/>
      <dgm:t>
        <a:bodyPr/>
        <a:lstStyle/>
        <a:p>
          <a:endParaRPr lang="en-US"/>
        </a:p>
      </dgm:t>
    </dgm:pt>
    <dgm:pt modelId="{CA1E179C-F43D-4B34-9F5C-2BAADA60CF6F}" type="sibTrans" cxnId="{968C6386-71F7-4259-8D2B-7A159DD033A2}">
      <dgm:prSet/>
      <dgm:spPr/>
      <dgm:t>
        <a:bodyPr/>
        <a:lstStyle/>
        <a:p>
          <a:endParaRPr lang="en-US"/>
        </a:p>
      </dgm:t>
    </dgm:pt>
    <dgm:pt modelId="{0022F09D-9166-4429-A361-4A7EBB16B167}">
      <dgm:prSet/>
      <dgm:spPr/>
      <dgm:t>
        <a:bodyPr/>
        <a:lstStyle/>
        <a:p>
          <a:r>
            <a:rPr lang="el-GR" b="1"/>
            <a:t>Διαδικασία Αποστολής:</a:t>
          </a:r>
          <a:r>
            <a:rPr lang="el-GR"/>
            <a:t> Ο router αφαιρεί πακέτα από την ουρά (με σειρά First-In-First-Out) και τα στέλνει, προσομοιώνοντας την καθυστέρηση μετάδοσης.</a:t>
          </a:r>
          <a:endParaRPr lang="en-US"/>
        </a:p>
      </dgm:t>
    </dgm:pt>
    <dgm:pt modelId="{246CAAFC-BF6B-4CA2-9575-9247C66F8005}" type="parTrans" cxnId="{D7764C99-5AF8-4B3D-A733-2AB649359183}">
      <dgm:prSet/>
      <dgm:spPr/>
      <dgm:t>
        <a:bodyPr/>
        <a:lstStyle/>
        <a:p>
          <a:endParaRPr lang="en-US"/>
        </a:p>
      </dgm:t>
    </dgm:pt>
    <dgm:pt modelId="{54A7EF45-7CF7-479F-AF7E-AC1B86B6B1F9}" type="sibTrans" cxnId="{D7764C99-5AF8-4B3D-A733-2AB649359183}">
      <dgm:prSet/>
      <dgm:spPr/>
      <dgm:t>
        <a:bodyPr/>
        <a:lstStyle/>
        <a:p>
          <a:endParaRPr lang="en-US"/>
        </a:p>
      </dgm:t>
    </dgm:pt>
    <dgm:pt modelId="{7FFF1990-8505-43A6-9F60-D6A369F176A8}" type="pres">
      <dgm:prSet presAssocID="{9D72AFD5-EF56-4C0F-A5B1-2093072216EB}" presName="Name0" presStyleCnt="0">
        <dgm:presLayoutVars>
          <dgm:dir/>
          <dgm:animLvl val="lvl"/>
          <dgm:resizeHandles val="exact"/>
        </dgm:presLayoutVars>
      </dgm:prSet>
      <dgm:spPr/>
    </dgm:pt>
    <dgm:pt modelId="{98206988-C6A3-4202-9AD1-CD2E111DD9E5}" type="pres">
      <dgm:prSet presAssocID="{F2590C97-947F-4B60-82B3-5E777E1F569B}" presName="composite" presStyleCnt="0"/>
      <dgm:spPr/>
    </dgm:pt>
    <dgm:pt modelId="{B0753130-AE30-41EC-B394-F7DC1B4D36ED}" type="pres">
      <dgm:prSet presAssocID="{F2590C97-947F-4B60-82B3-5E777E1F569B}" presName="parTx" presStyleLbl="alignNode1" presStyleIdx="0" presStyleCnt="2">
        <dgm:presLayoutVars>
          <dgm:chMax val="0"/>
          <dgm:chPref val="0"/>
          <dgm:bulletEnabled val="1"/>
        </dgm:presLayoutVars>
      </dgm:prSet>
      <dgm:spPr/>
    </dgm:pt>
    <dgm:pt modelId="{1400ABC8-4834-4369-A823-93DBC3FB5483}" type="pres">
      <dgm:prSet presAssocID="{F2590C97-947F-4B60-82B3-5E777E1F569B}" presName="desTx" presStyleLbl="alignAccFollowNode1" presStyleIdx="0" presStyleCnt="2">
        <dgm:presLayoutVars>
          <dgm:bulletEnabled val="1"/>
        </dgm:presLayoutVars>
      </dgm:prSet>
      <dgm:spPr/>
    </dgm:pt>
    <dgm:pt modelId="{2A455D58-424D-41B0-AC85-998E5AE972BD}" type="pres">
      <dgm:prSet presAssocID="{D92E37B1-AB4B-4A38-82B4-62B5DD1C2617}" presName="space" presStyleCnt="0"/>
      <dgm:spPr/>
    </dgm:pt>
    <dgm:pt modelId="{DDC5917B-E412-49F2-81CF-D05A3BBA5558}" type="pres">
      <dgm:prSet presAssocID="{7C23E5CA-9C61-4A59-ACE4-E5137FC17D1D}" presName="composite" presStyleCnt="0"/>
      <dgm:spPr/>
    </dgm:pt>
    <dgm:pt modelId="{36ECB3A1-0C4A-4450-8DB7-EDDAD169D94D}" type="pres">
      <dgm:prSet presAssocID="{7C23E5CA-9C61-4A59-ACE4-E5137FC17D1D}" presName="parTx" presStyleLbl="alignNode1" presStyleIdx="1" presStyleCnt="2">
        <dgm:presLayoutVars>
          <dgm:chMax val="0"/>
          <dgm:chPref val="0"/>
          <dgm:bulletEnabled val="1"/>
        </dgm:presLayoutVars>
      </dgm:prSet>
      <dgm:spPr/>
    </dgm:pt>
    <dgm:pt modelId="{8F030C2D-433D-4872-B4E3-B88E6256E6B8}" type="pres">
      <dgm:prSet presAssocID="{7C23E5CA-9C61-4A59-ACE4-E5137FC17D1D}" presName="desTx" presStyleLbl="alignAccFollowNode1" presStyleIdx="1" presStyleCnt="2">
        <dgm:presLayoutVars>
          <dgm:bulletEnabled val="1"/>
        </dgm:presLayoutVars>
      </dgm:prSet>
      <dgm:spPr/>
    </dgm:pt>
  </dgm:ptLst>
  <dgm:cxnLst>
    <dgm:cxn modelId="{28A14D0B-D8D9-4A53-ACE5-D192A28C96C8}" type="presOf" srcId="{72919782-0FF2-4D4B-BE56-C7AE3A3292A0}" destId="{8F030C2D-433D-4872-B4E3-B88E6256E6B8}" srcOrd="0" destOrd="3" presId="urn:microsoft.com/office/officeart/2005/8/layout/hList1"/>
    <dgm:cxn modelId="{6F128E1A-C3D1-43D4-9B06-03096C941DD9}" type="presOf" srcId="{99FDD68B-08F1-48F4-9062-0C93662E6F67}" destId="{8F030C2D-433D-4872-B4E3-B88E6256E6B8}" srcOrd="0" destOrd="0" presId="urn:microsoft.com/office/officeart/2005/8/layout/hList1"/>
    <dgm:cxn modelId="{0CA65B1F-461F-4477-B63E-5CDC7D55708A}" type="presOf" srcId="{F2590C97-947F-4B60-82B3-5E777E1F569B}" destId="{B0753130-AE30-41EC-B394-F7DC1B4D36ED}" srcOrd="0" destOrd="0" presId="urn:microsoft.com/office/officeart/2005/8/layout/hList1"/>
    <dgm:cxn modelId="{5C85E432-15C2-426D-94C8-64533C72EA2B}" srcId="{F2590C97-947F-4B60-82B3-5E777E1F569B}" destId="{33DEACA2-0BDA-41B6-8932-DED6CC7B47E7}" srcOrd="1" destOrd="0" parTransId="{D677F2F7-2479-4DC5-88BF-3A8F98B39081}" sibTransId="{F6ADE3BA-EBF5-4A2C-8B09-13323FCDCD3E}"/>
    <dgm:cxn modelId="{1DA19D40-461B-41AB-9370-AACCF033B6D6}" srcId="{99FDD68B-08F1-48F4-9062-0C93662E6F67}" destId="{55212FF2-B820-4AB3-91D2-58741659DB5B}" srcOrd="1" destOrd="0" parTransId="{17E1CE9A-CDA3-4199-AAC9-DC6E711BF91C}" sibTransId="{70F6AA3A-BEDF-43C6-A8C0-28428276C80F}"/>
    <dgm:cxn modelId="{BB943966-C938-4CB3-9FEA-891FD4422E1D}" srcId="{7C23E5CA-9C61-4A59-ACE4-E5137FC17D1D}" destId="{99FDD68B-08F1-48F4-9062-0C93662E6F67}" srcOrd="0" destOrd="0" parTransId="{D520DEA1-ECB5-4D37-BAD5-A0B7D8AAAA7F}" sibTransId="{6C12B00D-F9BF-4C8C-A732-8C378F8A8CE5}"/>
    <dgm:cxn modelId="{9F6A3254-3BC3-42E9-B62F-7FD16A876779}" type="presOf" srcId="{0022F09D-9166-4429-A361-4A7EBB16B167}" destId="{8F030C2D-433D-4872-B4E3-B88E6256E6B8}" srcOrd="0" destOrd="4" presId="urn:microsoft.com/office/officeart/2005/8/layout/hList1"/>
    <dgm:cxn modelId="{76ECA97F-46D0-4B8D-93E3-8B2A179AFA0D}" type="presOf" srcId="{33DEACA2-0BDA-41B6-8932-DED6CC7B47E7}" destId="{1400ABC8-4834-4369-A823-93DBC3FB5483}" srcOrd="0" destOrd="1" presId="urn:microsoft.com/office/officeart/2005/8/layout/hList1"/>
    <dgm:cxn modelId="{76363D86-0B1F-443A-AAB5-BB5806BCC02D}" type="presOf" srcId="{9D72AFD5-EF56-4C0F-A5B1-2093072216EB}" destId="{7FFF1990-8505-43A6-9F60-D6A369F176A8}" srcOrd="0" destOrd="0" presId="urn:microsoft.com/office/officeart/2005/8/layout/hList1"/>
    <dgm:cxn modelId="{968C6386-71F7-4259-8D2B-7A159DD033A2}" srcId="{99FDD68B-08F1-48F4-9062-0C93662E6F67}" destId="{72919782-0FF2-4D4B-BE56-C7AE3A3292A0}" srcOrd="2" destOrd="0" parTransId="{B44CC34B-206B-4A7B-BD13-D2CA8682E836}" sibTransId="{CA1E179C-F43D-4B34-9F5C-2BAADA60CF6F}"/>
    <dgm:cxn modelId="{46EE278A-A314-4A95-AD2D-71D601472F1A}" type="presOf" srcId="{757881B9-F05B-4ACE-8B21-506D02266ED9}" destId="{8F030C2D-433D-4872-B4E3-B88E6256E6B8}" srcOrd="0" destOrd="1" presId="urn:microsoft.com/office/officeart/2005/8/layout/hList1"/>
    <dgm:cxn modelId="{F24BF593-10C5-474A-B1E0-645F8103D675}" type="presOf" srcId="{7C23E5CA-9C61-4A59-ACE4-E5137FC17D1D}" destId="{36ECB3A1-0C4A-4450-8DB7-EDDAD169D94D}" srcOrd="0" destOrd="0" presId="urn:microsoft.com/office/officeart/2005/8/layout/hList1"/>
    <dgm:cxn modelId="{D7764C99-5AF8-4B3D-A733-2AB649359183}" srcId="{7C23E5CA-9C61-4A59-ACE4-E5137FC17D1D}" destId="{0022F09D-9166-4429-A361-4A7EBB16B167}" srcOrd="1" destOrd="0" parTransId="{246CAAFC-BF6B-4CA2-9575-9247C66F8005}" sibTransId="{54A7EF45-7CF7-479F-AF7E-AC1B86B6B1F9}"/>
    <dgm:cxn modelId="{DE0DFAAC-AAF5-4198-BCC1-7DDE48273CFF}" type="presOf" srcId="{7C006DF7-BEB1-41E8-8D13-DFDD0C297AD3}" destId="{1400ABC8-4834-4369-A823-93DBC3FB5483}" srcOrd="0" destOrd="0" presId="urn:microsoft.com/office/officeart/2005/8/layout/hList1"/>
    <dgm:cxn modelId="{0E93DBB9-3C47-4673-A607-7ABFEB7BBF08}" type="presOf" srcId="{55212FF2-B820-4AB3-91D2-58741659DB5B}" destId="{8F030C2D-433D-4872-B4E3-B88E6256E6B8}" srcOrd="0" destOrd="2" presId="urn:microsoft.com/office/officeart/2005/8/layout/hList1"/>
    <dgm:cxn modelId="{BA6C1DD2-8720-4388-B833-6C98AA9B8D43}" srcId="{9D72AFD5-EF56-4C0F-A5B1-2093072216EB}" destId="{7C23E5CA-9C61-4A59-ACE4-E5137FC17D1D}" srcOrd="1" destOrd="0" parTransId="{B8FC6E0E-9C19-4ED6-829D-B649E1BE4F22}" sibTransId="{44ABC6FB-9855-4A0D-A938-FE02565D7F80}"/>
    <dgm:cxn modelId="{923EA1D4-F338-4274-87C4-BB8E10751AF0}" srcId="{9D72AFD5-EF56-4C0F-A5B1-2093072216EB}" destId="{F2590C97-947F-4B60-82B3-5E777E1F569B}" srcOrd="0" destOrd="0" parTransId="{AD0B5BF4-BCAE-4073-890D-CC54E83E93CD}" sibTransId="{D92E37B1-AB4B-4A38-82B4-62B5DD1C2617}"/>
    <dgm:cxn modelId="{D9507DD8-5815-4683-9FBD-5044E0D3DF2C}" srcId="{99FDD68B-08F1-48F4-9062-0C93662E6F67}" destId="{757881B9-F05B-4ACE-8B21-506D02266ED9}" srcOrd="0" destOrd="0" parTransId="{06AFCF25-A542-4BDF-A6E9-BDF4D06BB547}" sibTransId="{7818076D-D852-4FB8-B51E-F1A725D757AC}"/>
    <dgm:cxn modelId="{909DF0E0-EC78-42D7-B1A7-7BB7F5FC9854}" srcId="{F2590C97-947F-4B60-82B3-5E777E1F569B}" destId="{7C006DF7-BEB1-41E8-8D13-DFDD0C297AD3}" srcOrd="0" destOrd="0" parTransId="{E64542C8-82BD-4844-B0C7-128D98E9AFDB}" sibTransId="{D3E05407-63B3-41F8-A5DD-EDA1F03210F8}"/>
    <dgm:cxn modelId="{3642BE47-6166-44C8-9450-CAE4D4089884}" type="presParOf" srcId="{7FFF1990-8505-43A6-9F60-D6A369F176A8}" destId="{98206988-C6A3-4202-9AD1-CD2E111DD9E5}" srcOrd="0" destOrd="0" presId="urn:microsoft.com/office/officeart/2005/8/layout/hList1"/>
    <dgm:cxn modelId="{C7E15A06-60E1-4424-BCF4-93764EEB0082}" type="presParOf" srcId="{98206988-C6A3-4202-9AD1-CD2E111DD9E5}" destId="{B0753130-AE30-41EC-B394-F7DC1B4D36ED}" srcOrd="0" destOrd="0" presId="urn:microsoft.com/office/officeart/2005/8/layout/hList1"/>
    <dgm:cxn modelId="{61AF21A6-0022-4FA3-BF0B-0D26269C7A93}" type="presParOf" srcId="{98206988-C6A3-4202-9AD1-CD2E111DD9E5}" destId="{1400ABC8-4834-4369-A823-93DBC3FB5483}" srcOrd="1" destOrd="0" presId="urn:microsoft.com/office/officeart/2005/8/layout/hList1"/>
    <dgm:cxn modelId="{F6A65858-314D-475E-B264-C6F37E2F6825}" type="presParOf" srcId="{7FFF1990-8505-43A6-9F60-D6A369F176A8}" destId="{2A455D58-424D-41B0-AC85-998E5AE972BD}" srcOrd="1" destOrd="0" presId="urn:microsoft.com/office/officeart/2005/8/layout/hList1"/>
    <dgm:cxn modelId="{6B66B944-9003-41D2-B066-DECFCA2F8AA2}" type="presParOf" srcId="{7FFF1990-8505-43A6-9F60-D6A369F176A8}" destId="{DDC5917B-E412-49F2-81CF-D05A3BBA5558}" srcOrd="2" destOrd="0" presId="urn:microsoft.com/office/officeart/2005/8/layout/hList1"/>
    <dgm:cxn modelId="{64A4861E-6F03-4CE7-8C62-F196FD4B5EB2}" type="presParOf" srcId="{DDC5917B-E412-49F2-81CF-D05A3BBA5558}" destId="{36ECB3A1-0C4A-4450-8DB7-EDDAD169D94D}" srcOrd="0" destOrd="0" presId="urn:microsoft.com/office/officeart/2005/8/layout/hList1"/>
    <dgm:cxn modelId="{7CE4DAFB-F5B0-4B86-A90B-A40C28D70FAC}" type="presParOf" srcId="{DDC5917B-E412-49F2-81CF-D05A3BBA5558}" destId="{8F030C2D-433D-4872-B4E3-B88E6256E6B8}"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A26740D-2544-40D0-ABED-19C2720FCE5E}"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5AB31219-B9EE-4366-BC24-CAE6A3E02D71}">
      <dgm:prSet/>
      <dgm:spPr/>
      <dgm:t>
        <a:bodyPr/>
        <a:lstStyle/>
        <a:p>
          <a:r>
            <a:rPr lang="el-GR" b="1" dirty="0"/>
            <a:t>Μέτρηση της  Απόδοσης του Δικτύου</a:t>
          </a:r>
          <a:endParaRPr lang="en-US" dirty="0"/>
        </a:p>
      </dgm:t>
    </dgm:pt>
    <dgm:pt modelId="{E9F16FA5-0D68-48B8-B500-4B486754046C}" type="parTrans" cxnId="{75C59965-B403-4297-9CB0-1209FB8943D4}">
      <dgm:prSet/>
      <dgm:spPr/>
      <dgm:t>
        <a:bodyPr/>
        <a:lstStyle/>
        <a:p>
          <a:endParaRPr lang="en-US"/>
        </a:p>
      </dgm:t>
    </dgm:pt>
    <dgm:pt modelId="{1B22B3B4-3A40-4BF2-AA99-880802CBF342}" type="sibTrans" cxnId="{75C59965-B403-4297-9CB0-1209FB8943D4}">
      <dgm:prSet/>
      <dgm:spPr/>
      <dgm:t>
        <a:bodyPr/>
        <a:lstStyle/>
        <a:p>
          <a:endParaRPr lang="en-US"/>
        </a:p>
      </dgm:t>
    </dgm:pt>
    <dgm:pt modelId="{38F378A5-D38A-4084-BA11-955ECECD8710}" type="pres">
      <dgm:prSet presAssocID="{EA26740D-2544-40D0-ABED-19C2720FCE5E}" presName="Name0" presStyleCnt="0">
        <dgm:presLayoutVars>
          <dgm:dir/>
          <dgm:animLvl val="lvl"/>
          <dgm:resizeHandles val="exact"/>
        </dgm:presLayoutVars>
      </dgm:prSet>
      <dgm:spPr/>
    </dgm:pt>
    <dgm:pt modelId="{9783A18F-6F15-4B79-81B8-E52B67A53B38}" type="pres">
      <dgm:prSet presAssocID="{5AB31219-B9EE-4366-BC24-CAE6A3E02D71}" presName="linNode" presStyleCnt="0"/>
      <dgm:spPr/>
    </dgm:pt>
    <dgm:pt modelId="{A1A5AB4B-4F92-4C5B-A2B6-662ED39B0F75}" type="pres">
      <dgm:prSet presAssocID="{5AB31219-B9EE-4366-BC24-CAE6A3E02D71}" presName="parentText" presStyleLbl="node1" presStyleIdx="0" presStyleCnt="1" custScaleX="277778">
        <dgm:presLayoutVars>
          <dgm:chMax val="1"/>
          <dgm:bulletEnabled val="1"/>
        </dgm:presLayoutVars>
      </dgm:prSet>
      <dgm:spPr/>
    </dgm:pt>
  </dgm:ptLst>
  <dgm:cxnLst>
    <dgm:cxn modelId="{75C59965-B403-4297-9CB0-1209FB8943D4}" srcId="{EA26740D-2544-40D0-ABED-19C2720FCE5E}" destId="{5AB31219-B9EE-4366-BC24-CAE6A3E02D71}" srcOrd="0" destOrd="0" parTransId="{E9F16FA5-0D68-48B8-B500-4B486754046C}" sibTransId="{1B22B3B4-3A40-4BF2-AA99-880802CBF342}"/>
    <dgm:cxn modelId="{42F6A656-4769-479A-92A6-0F5398704B7A}" type="presOf" srcId="{5AB31219-B9EE-4366-BC24-CAE6A3E02D71}" destId="{A1A5AB4B-4F92-4C5B-A2B6-662ED39B0F75}" srcOrd="0" destOrd="0" presId="urn:microsoft.com/office/officeart/2005/8/layout/vList5"/>
    <dgm:cxn modelId="{AE14D284-382C-4270-8762-2673E2419ED6}" type="presOf" srcId="{EA26740D-2544-40D0-ABED-19C2720FCE5E}" destId="{38F378A5-D38A-4084-BA11-955ECECD8710}" srcOrd="0" destOrd="0" presId="urn:microsoft.com/office/officeart/2005/8/layout/vList5"/>
    <dgm:cxn modelId="{FBF7C1F1-323F-4F40-A55B-13CC74202F83}" type="presParOf" srcId="{38F378A5-D38A-4084-BA11-955ECECD8710}" destId="{9783A18F-6F15-4B79-81B8-E52B67A53B38}" srcOrd="0" destOrd="0" presId="urn:microsoft.com/office/officeart/2005/8/layout/vList5"/>
    <dgm:cxn modelId="{E139CC7E-4CBD-4F89-A1A6-A3A8E8FBCE30}" type="presParOf" srcId="{9783A18F-6F15-4B79-81B8-E52B67A53B38}" destId="{A1A5AB4B-4F92-4C5B-A2B6-662ED39B0F75}"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702CCF4-EFCF-495C-B3C9-86F9230FE651}" type="doc">
      <dgm:prSet loTypeId="urn:microsoft.com/office/officeart/2005/8/layout/list1" loCatId="list" qsTypeId="urn:microsoft.com/office/officeart/2005/8/quickstyle/simple4" qsCatId="simple" csTypeId="urn:microsoft.com/office/officeart/2005/8/colors/accent1_2" csCatId="accent1"/>
      <dgm:spPr/>
      <dgm:t>
        <a:bodyPr/>
        <a:lstStyle/>
        <a:p>
          <a:endParaRPr lang="en-US"/>
        </a:p>
      </dgm:t>
    </dgm:pt>
    <dgm:pt modelId="{2454B5D5-BE46-405E-9845-977D91C129AB}">
      <dgm:prSet/>
      <dgm:spPr/>
      <dgm:t>
        <a:bodyPr/>
        <a:lstStyle/>
        <a:p>
          <a:r>
            <a:rPr lang="el-GR" b="1"/>
            <a:t>End-to-End Delay (ανά πακέτο):</a:t>
          </a:r>
          <a:endParaRPr lang="en-US"/>
        </a:p>
      </dgm:t>
    </dgm:pt>
    <dgm:pt modelId="{DC547843-B268-40CF-9D40-753A0AED2ECC}" type="parTrans" cxnId="{7FCF3812-5501-4F81-B146-6047366E75D4}">
      <dgm:prSet/>
      <dgm:spPr/>
      <dgm:t>
        <a:bodyPr/>
        <a:lstStyle/>
        <a:p>
          <a:endParaRPr lang="en-US"/>
        </a:p>
      </dgm:t>
    </dgm:pt>
    <dgm:pt modelId="{C8D95E2B-6013-4E01-9541-043314D0593C}" type="sibTrans" cxnId="{7FCF3812-5501-4F81-B146-6047366E75D4}">
      <dgm:prSet/>
      <dgm:spPr/>
      <dgm:t>
        <a:bodyPr/>
        <a:lstStyle/>
        <a:p>
          <a:endParaRPr lang="en-US"/>
        </a:p>
      </dgm:t>
    </dgm:pt>
    <dgm:pt modelId="{FF3A2559-3407-4C74-A912-B802B7CF0DED}">
      <dgm:prSet/>
      <dgm:spPr/>
      <dgm:t>
        <a:bodyPr/>
        <a:lstStyle/>
        <a:p>
          <a:r>
            <a:rPr lang="el-GR"/>
            <a:t>Πόσο χρόνο χρειάστηκε κάθε πακέτο για να φτάσει.</a:t>
          </a:r>
          <a:endParaRPr lang="en-US"/>
        </a:p>
      </dgm:t>
    </dgm:pt>
    <dgm:pt modelId="{3B8883AD-3E04-42A7-8D4B-BFA6BABBDF29}" type="parTrans" cxnId="{B9378698-BA27-4F56-B9C5-8BDDD277A31A}">
      <dgm:prSet/>
      <dgm:spPr/>
      <dgm:t>
        <a:bodyPr/>
        <a:lstStyle/>
        <a:p>
          <a:endParaRPr lang="en-US"/>
        </a:p>
      </dgm:t>
    </dgm:pt>
    <dgm:pt modelId="{31584119-9E61-4DEF-BF61-057C41AD464D}" type="sibTrans" cxnId="{B9378698-BA27-4F56-B9C5-8BDDD277A31A}">
      <dgm:prSet/>
      <dgm:spPr/>
      <dgm:t>
        <a:bodyPr/>
        <a:lstStyle/>
        <a:p>
          <a:endParaRPr lang="en-US"/>
        </a:p>
      </dgm:t>
    </dgm:pt>
    <dgm:pt modelId="{86B1BF04-A361-4E74-A0B6-2639ECBBF6DE}">
      <dgm:prSet/>
      <dgm:spPr/>
      <dgm:t>
        <a:bodyPr/>
        <a:lstStyle/>
        <a:p>
          <a:r>
            <a:rPr lang="el-GR" b="1"/>
            <a:t>Queue Size (με την πάροδο του χρόνου):</a:t>
          </a:r>
          <a:endParaRPr lang="en-US"/>
        </a:p>
      </dgm:t>
    </dgm:pt>
    <dgm:pt modelId="{54B9EAF5-96C2-45E4-91F5-CABB1F73E0C3}" type="parTrans" cxnId="{DB0F798A-A3F1-4437-A1E1-0BB6CB619FE2}">
      <dgm:prSet/>
      <dgm:spPr/>
      <dgm:t>
        <a:bodyPr/>
        <a:lstStyle/>
        <a:p>
          <a:endParaRPr lang="en-US"/>
        </a:p>
      </dgm:t>
    </dgm:pt>
    <dgm:pt modelId="{C9C7A55B-4DCE-4209-906E-5AC2A7B7C54F}" type="sibTrans" cxnId="{DB0F798A-A3F1-4437-A1E1-0BB6CB619FE2}">
      <dgm:prSet/>
      <dgm:spPr/>
      <dgm:t>
        <a:bodyPr/>
        <a:lstStyle/>
        <a:p>
          <a:endParaRPr lang="en-US"/>
        </a:p>
      </dgm:t>
    </dgm:pt>
    <dgm:pt modelId="{BD935539-CBD2-4C37-ADDC-4816E2490F90}">
      <dgm:prSet/>
      <dgm:spPr/>
      <dgm:t>
        <a:bodyPr/>
        <a:lstStyle/>
        <a:p>
          <a:r>
            <a:rPr lang="el-GR"/>
            <a:t>Πόσα πακέτα βρίσκονται στην ουρά του router σε κάθε χρονική στιγμή.</a:t>
          </a:r>
          <a:endParaRPr lang="en-US"/>
        </a:p>
      </dgm:t>
    </dgm:pt>
    <dgm:pt modelId="{EC07A4CF-86B3-417C-9F30-4E496FA01742}" type="parTrans" cxnId="{F56790C3-951B-4E5B-802E-E32D7888FC14}">
      <dgm:prSet/>
      <dgm:spPr/>
      <dgm:t>
        <a:bodyPr/>
        <a:lstStyle/>
        <a:p>
          <a:endParaRPr lang="en-US"/>
        </a:p>
      </dgm:t>
    </dgm:pt>
    <dgm:pt modelId="{29F81C5D-2AAF-462E-92A8-B5AA68CB0A8C}" type="sibTrans" cxnId="{F56790C3-951B-4E5B-802E-E32D7888FC14}">
      <dgm:prSet/>
      <dgm:spPr/>
      <dgm:t>
        <a:bodyPr/>
        <a:lstStyle/>
        <a:p>
          <a:endParaRPr lang="en-US"/>
        </a:p>
      </dgm:t>
    </dgm:pt>
    <dgm:pt modelId="{B4134408-6D0D-4A5B-9508-42F26FAEE802}">
      <dgm:prSet/>
      <dgm:spPr/>
      <dgm:t>
        <a:bodyPr/>
        <a:lstStyle/>
        <a:p>
          <a:r>
            <a:rPr lang="el-GR"/>
            <a:t>Χρησιμοποιήσαμε μια ξεχωριστή διαδικασία monitor_queue_size για τη δειγματοληψία.</a:t>
          </a:r>
          <a:endParaRPr lang="en-US"/>
        </a:p>
      </dgm:t>
    </dgm:pt>
    <dgm:pt modelId="{9791094B-B19F-4F55-B34A-A85655BDF7D7}" type="parTrans" cxnId="{77EE1F7E-3EBF-473F-8211-F9375DF3C5F5}">
      <dgm:prSet/>
      <dgm:spPr/>
      <dgm:t>
        <a:bodyPr/>
        <a:lstStyle/>
        <a:p>
          <a:endParaRPr lang="en-US"/>
        </a:p>
      </dgm:t>
    </dgm:pt>
    <dgm:pt modelId="{2844CC24-9CCF-4134-9BAC-B1C469801959}" type="sibTrans" cxnId="{77EE1F7E-3EBF-473F-8211-F9375DF3C5F5}">
      <dgm:prSet/>
      <dgm:spPr/>
      <dgm:t>
        <a:bodyPr/>
        <a:lstStyle/>
        <a:p>
          <a:endParaRPr lang="en-US"/>
        </a:p>
      </dgm:t>
    </dgm:pt>
    <dgm:pt modelId="{3FD529E1-CABF-4CE4-8F03-7682AA3D1E4B}">
      <dgm:prSet/>
      <dgm:spPr/>
      <dgm:t>
        <a:bodyPr/>
        <a:lstStyle/>
        <a:p>
          <a:r>
            <a:rPr lang="el-GR" b="1"/>
            <a:t>Packet Loss Rate (%):</a:t>
          </a:r>
          <a:endParaRPr lang="en-US"/>
        </a:p>
      </dgm:t>
    </dgm:pt>
    <dgm:pt modelId="{A54E0973-5573-42FD-9EAA-3360B7930F18}" type="parTrans" cxnId="{EB7F2085-1B47-41BB-99C6-29F8C5D2383C}">
      <dgm:prSet/>
      <dgm:spPr/>
      <dgm:t>
        <a:bodyPr/>
        <a:lstStyle/>
        <a:p>
          <a:endParaRPr lang="en-US"/>
        </a:p>
      </dgm:t>
    </dgm:pt>
    <dgm:pt modelId="{C645FE89-D920-40E3-B3C6-CB2EFBAE9263}" type="sibTrans" cxnId="{EB7F2085-1B47-41BB-99C6-29F8C5D2383C}">
      <dgm:prSet/>
      <dgm:spPr/>
      <dgm:t>
        <a:bodyPr/>
        <a:lstStyle/>
        <a:p>
          <a:endParaRPr lang="en-US"/>
        </a:p>
      </dgm:t>
    </dgm:pt>
    <dgm:pt modelId="{6ABD30F9-685A-4C90-AD1D-E41B6FDB0FDF}">
      <dgm:prSet/>
      <dgm:spPr/>
      <dgm:t>
        <a:bodyPr/>
        <a:lstStyle/>
        <a:p>
          <a:r>
            <a:rPr lang="el-GR"/>
            <a:t>Το ποσοστό των πακέτων που απορρίφθηκαν επειδή η ουρά ήταν γεμάτη.</a:t>
          </a:r>
          <a:endParaRPr lang="en-US"/>
        </a:p>
      </dgm:t>
    </dgm:pt>
    <dgm:pt modelId="{833EF755-3290-49B2-A0AE-52229C26A26F}" type="parTrans" cxnId="{6925BCEC-316A-45C4-B2B8-AFD4D0EE7935}">
      <dgm:prSet/>
      <dgm:spPr/>
      <dgm:t>
        <a:bodyPr/>
        <a:lstStyle/>
        <a:p>
          <a:endParaRPr lang="en-US"/>
        </a:p>
      </dgm:t>
    </dgm:pt>
    <dgm:pt modelId="{6D5996D0-327C-4CA8-BBDB-0C79179ACA34}" type="sibTrans" cxnId="{6925BCEC-316A-45C4-B2B8-AFD4D0EE7935}">
      <dgm:prSet/>
      <dgm:spPr/>
      <dgm:t>
        <a:bodyPr/>
        <a:lstStyle/>
        <a:p>
          <a:endParaRPr lang="en-US"/>
        </a:p>
      </dgm:t>
    </dgm:pt>
    <dgm:pt modelId="{4FE76C2D-F104-4132-A26D-2B7C26D5B4FB}">
      <dgm:prSet/>
      <dgm:spPr/>
      <dgm:t>
        <a:bodyPr/>
        <a:lstStyle/>
        <a:p>
          <a:r>
            <a:rPr lang="el-GR" b="1"/>
            <a:t>Τύπος:</a:t>
          </a:r>
          <a:r>
            <a:rPr lang="el-GR"/>
            <a:t> (Σύνολο Απορρίψεων / Σύνολο Αποστολών) * 100</a:t>
          </a:r>
          <a:endParaRPr lang="en-US"/>
        </a:p>
      </dgm:t>
    </dgm:pt>
    <dgm:pt modelId="{B6E9154A-81D7-4347-A0B0-C7B237881452}" type="parTrans" cxnId="{D523E5C1-3B09-4EDE-AC22-285B219A9F46}">
      <dgm:prSet/>
      <dgm:spPr/>
      <dgm:t>
        <a:bodyPr/>
        <a:lstStyle/>
        <a:p>
          <a:endParaRPr lang="en-US"/>
        </a:p>
      </dgm:t>
    </dgm:pt>
    <dgm:pt modelId="{2D3E861F-3783-4DD3-BD2A-0F8E0A2B008D}" type="sibTrans" cxnId="{D523E5C1-3B09-4EDE-AC22-285B219A9F46}">
      <dgm:prSet/>
      <dgm:spPr/>
      <dgm:t>
        <a:bodyPr/>
        <a:lstStyle/>
        <a:p>
          <a:endParaRPr lang="en-US"/>
        </a:p>
      </dgm:t>
    </dgm:pt>
    <dgm:pt modelId="{EB5BA30F-138B-48E1-8011-06737FD91955}">
      <dgm:prSet/>
      <dgm:spPr/>
      <dgm:t>
        <a:bodyPr/>
        <a:lstStyle/>
        <a:p>
          <a:r>
            <a:rPr lang="el-GR" b="1" dirty="0"/>
            <a:t>Throughput (Mbps):</a:t>
          </a:r>
          <a:endParaRPr lang="en-US" dirty="0"/>
        </a:p>
      </dgm:t>
    </dgm:pt>
    <dgm:pt modelId="{27454FBA-38D8-4A6D-9920-1E39102F7EAB}" type="parTrans" cxnId="{80F284A9-0C78-406B-8D18-9C37487C6899}">
      <dgm:prSet/>
      <dgm:spPr/>
      <dgm:t>
        <a:bodyPr/>
        <a:lstStyle/>
        <a:p>
          <a:endParaRPr lang="en-US"/>
        </a:p>
      </dgm:t>
    </dgm:pt>
    <dgm:pt modelId="{4B7A0A58-9A40-4C8D-8EFF-AE631C62E572}" type="sibTrans" cxnId="{80F284A9-0C78-406B-8D18-9C37487C6899}">
      <dgm:prSet/>
      <dgm:spPr/>
      <dgm:t>
        <a:bodyPr/>
        <a:lstStyle/>
        <a:p>
          <a:endParaRPr lang="en-US"/>
        </a:p>
      </dgm:t>
    </dgm:pt>
    <dgm:pt modelId="{26C75332-6A35-4201-BC9F-5DF54DA1457A}">
      <dgm:prSet/>
      <dgm:spPr/>
      <dgm:t>
        <a:bodyPr/>
        <a:lstStyle/>
        <a:p>
          <a:r>
            <a:rPr lang="el-GR"/>
            <a:t>Ο </a:t>
          </a:r>
          <a:r>
            <a:rPr lang="el-GR" b="1"/>
            <a:t>πραγματικός</a:t>
          </a:r>
          <a:r>
            <a:rPr lang="el-GR"/>
            <a:t> ρυθμός δεδομένων που έφτασαν επιτυχώς στον προορισμό.</a:t>
          </a:r>
          <a:endParaRPr lang="en-US"/>
        </a:p>
      </dgm:t>
    </dgm:pt>
    <dgm:pt modelId="{1FED56C9-9CCC-444D-9173-87275B8D6B33}" type="parTrans" cxnId="{0991BD7B-35B4-47B6-9C18-98715746AAC8}">
      <dgm:prSet/>
      <dgm:spPr/>
      <dgm:t>
        <a:bodyPr/>
        <a:lstStyle/>
        <a:p>
          <a:endParaRPr lang="en-US"/>
        </a:p>
      </dgm:t>
    </dgm:pt>
    <dgm:pt modelId="{AA82F7BE-A1ED-47D6-A28A-111E1840BF57}" type="sibTrans" cxnId="{0991BD7B-35B4-47B6-9C18-98715746AAC8}">
      <dgm:prSet/>
      <dgm:spPr/>
      <dgm:t>
        <a:bodyPr/>
        <a:lstStyle/>
        <a:p>
          <a:endParaRPr lang="en-US"/>
        </a:p>
      </dgm:t>
    </dgm:pt>
    <dgm:pt modelId="{07F48DBB-40AF-4312-9E03-5D6B38A2DC03}">
      <dgm:prSet/>
      <dgm:spPr/>
      <dgm:t>
        <a:bodyPr/>
        <a:lstStyle/>
        <a:p>
          <a:r>
            <a:rPr lang="el-GR" b="1"/>
            <a:t>Τύπος:</a:t>
          </a:r>
          <a:r>
            <a:rPr lang="el-GR"/>
            <a:t> (Συνολικά Bits που λήφθηκαν) / (Συνολικός Χρόνος)</a:t>
          </a:r>
          <a:endParaRPr lang="en-US"/>
        </a:p>
      </dgm:t>
    </dgm:pt>
    <dgm:pt modelId="{32C93098-49F8-4945-A9E9-245D4D944FE5}" type="parTrans" cxnId="{91EFADCB-499C-4B9D-981B-7F90689C4E41}">
      <dgm:prSet/>
      <dgm:spPr/>
      <dgm:t>
        <a:bodyPr/>
        <a:lstStyle/>
        <a:p>
          <a:endParaRPr lang="en-US"/>
        </a:p>
      </dgm:t>
    </dgm:pt>
    <dgm:pt modelId="{292C7798-DCD0-40E3-B1A1-09D36CFACA1D}" type="sibTrans" cxnId="{91EFADCB-499C-4B9D-981B-7F90689C4E41}">
      <dgm:prSet/>
      <dgm:spPr/>
      <dgm:t>
        <a:bodyPr/>
        <a:lstStyle/>
        <a:p>
          <a:endParaRPr lang="en-US"/>
        </a:p>
      </dgm:t>
    </dgm:pt>
    <dgm:pt modelId="{407F9D87-3A61-4AAA-9078-E212FB8482A6}" type="pres">
      <dgm:prSet presAssocID="{C702CCF4-EFCF-495C-B3C9-86F9230FE651}" presName="linear" presStyleCnt="0">
        <dgm:presLayoutVars>
          <dgm:dir/>
          <dgm:animLvl val="lvl"/>
          <dgm:resizeHandles val="exact"/>
        </dgm:presLayoutVars>
      </dgm:prSet>
      <dgm:spPr/>
    </dgm:pt>
    <dgm:pt modelId="{2988E714-2BF9-47CE-97D6-626DBACBFD52}" type="pres">
      <dgm:prSet presAssocID="{2454B5D5-BE46-405E-9845-977D91C129AB}" presName="parentLin" presStyleCnt="0"/>
      <dgm:spPr/>
    </dgm:pt>
    <dgm:pt modelId="{A510B4F4-B2C7-43B1-9A42-AF556FFF090E}" type="pres">
      <dgm:prSet presAssocID="{2454B5D5-BE46-405E-9845-977D91C129AB}" presName="parentLeftMargin" presStyleLbl="node1" presStyleIdx="0" presStyleCnt="4"/>
      <dgm:spPr/>
    </dgm:pt>
    <dgm:pt modelId="{98076C02-92D9-4869-89E9-8EB6B5493D57}" type="pres">
      <dgm:prSet presAssocID="{2454B5D5-BE46-405E-9845-977D91C129AB}" presName="parentText" presStyleLbl="node1" presStyleIdx="0" presStyleCnt="4">
        <dgm:presLayoutVars>
          <dgm:chMax val="0"/>
          <dgm:bulletEnabled val="1"/>
        </dgm:presLayoutVars>
      </dgm:prSet>
      <dgm:spPr/>
    </dgm:pt>
    <dgm:pt modelId="{7FE9D441-098E-4837-8424-65DB9F087441}" type="pres">
      <dgm:prSet presAssocID="{2454B5D5-BE46-405E-9845-977D91C129AB}" presName="negativeSpace" presStyleCnt="0"/>
      <dgm:spPr/>
    </dgm:pt>
    <dgm:pt modelId="{4CC805D7-36B9-4420-B035-C010A0B45C51}" type="pres">
      <dgm:prSet presAssocID="{2454B5D5-BE46-405E-9845-977D91C129AB}" presName="childText" presStyleLbl="conFgAcc1" presStyleIdx="0" presStyleCnt="4">
        <dgm:presLayoutVars>
          <dgm:bulletEnabled val="1"/>
        </dgm:presLayoutVars>
      </dgm:prSet>
      <dgm:spPr/>
    </dgm:pt>
    <dgm:pt modelId="{D72D4FE5-EA8C-4E7F-83E8-1AA9903EC6C4}" type="pres">
      <dgm:prSet presAssocID="{C8D95E2B-6013-4E01-9541-043314D0593C}" presName="spaceBetweenRectangles" presStyleCnt="0"/>
      <dgm:spPr/>
    </dgm:pt>
    <dgm:pt modelId="{AA2ECA6C-0F28-4F4C-8D95-ABC30EAC42B3}" type="pres">
      <dgm:prSet presAssocID="{86B1BF04-A361-4E74-A0B6-2639ECBBF6DE}" presName="parentLin" presStyleCnt="0"/>
      <dgm:spPr/>
    </dgm:pt>
    <dgm:pt modelId="{62E60284-5306-4AF3-8A16-FCBE2C4A48A8}" type="pres">
      <dgm:prSet presAssocID="{86B1BF04-A361-4E74-A0B6-2639ECBBF6DE}" presName="parentLeftMargin" presStyleLbl="node1" presStyleIdx="0" presStyleCnt="4"/>
      <dgm:spPr/>
    </dgm:pt>
    <dgm:pt modelId="{A290E6E5-C88A-4986-9E7A-23584EEA9F68}" type="pres">
      <dgm:prSet presAssocID="{86B1BF04-A361-4E74-A0B6-2639ECBBF6DE}" presName="parentText" presStyleLbl="node1" presStyleIdx="1" presStyleCnt="4">
        <dgm:presLayoutVars>
          <dgm:chMax val="0"/>
          <dgm:bulletEnabled val="1"/>
        </dgm:presLayoutVars>
      </dgm:prSet>
      <dgm:spPr/>
    </dgm:pt>
    <dgm:pt modelId="{E3378719-2F75-4513-9F0A-086761D9D6EF}" type="pres">
      <dgm:prSet presAssocID="{86B1BF04-A361-4E74-A0B6-2639ECBBF6DE}" presName="negativeSpace" presStyleCnt="0"/>
      <dgm:spPr/>
    </dgm:pt>
    <dgm:pt modelId="{C4A55BBD-202E-4016-912C-11F1A128AFA6}" type="pres">
      <dgm:prSet presAssocID="{86B1BF04-A361-4E74-A0B6-2639ECBBF6DE}" presName="childText" presStyleLbl="conFgAcc1" presStyleIdx="1" presStyleCnt="4">
        <dgm:presLayoutVars>
          <dgm:bulletEnabled val="1"/>
        </dgm:presLayoutVars>
      </dgm:prSet>
      <dgm:spPr/>
    </dgm:pt>
    <dgm:pt modelId="{138B4453-7F24-4749-90C6-8A80AE2397A1}" type="pres">
      <dgm:prSet presAssocID="{C9C7A55B-4DCE-4209-906E-5AC2A7B7C54F}" presName="spaceBetweenRectangles" presStyleCnt="0"/>
      <dgm:spPr/>
    </dgm:pt>
    <dgm:pt modelId="{F2B16896-FD8B-40E1-BB29-1804A1B63871}" type="pres">
      <dgm:prSet presAssocID="{3FD529E1-CABF-4CE4-8F03-7682AA3D1E4B}" presName="parentLin" presStyleCnt="0"/>
      <dgm:spPr/>
    </dgm:pt>
    <dgm:pt modelId="{DBA11ADC-1348-44D4-8400-DEF90013B480}" type="pres">
      <dgm:prSet presAssocID="{3FD529E1-CABF-4CE4-8F03-7682AA3D1E4B}" presName="parentLeftMargin" presStyleLbl="node1" presStyleIdx="1" presStyleCnt="4"/>
      <dgm:spPr/>
    </dgm:pt>
    <dgm:pt modelId="{D0D30DD5-655B-426A-B62F-E1D3182EED69}" type="pres">
      <dgm:prSet presAssocID="{3FD529E1-CABF-4CE4-8F03-7682AA3D1E4B}" presName="parentText" presStyleLbl="node1" presStyleIdx="2" presStyleCnt="4">
        <dgm:presLayoutVars>
          <dgm:chMax val="0"/>
          <dgm:bulletEnabled val="1"/>
        </dgm:presLayoutVars>
      </dgm:prSet>
      <dgm:spPr/>
    </dgm:pt>
    <dgm:pt modelId="{1FE02478-097C-4F8B-8CED-9DD631E784B5}" type="pres">
      <dgm:prSet presAssocID="{3FD529E1-CABF-4CE4-8F03-7682AA3D1E4B}" presName="negativeSpace" presStyleCnt="0"/>
      <dgm:spPr/>
    </dgm:pt>
    <dgm:pt modelId="{7B57F37D-A974-47D3-9B50-579A1C12729B}" type="pres">
      <dgm:prSet presAssocID="{3FD529E1-CABF-4CE4-8F03-7682AA3D1E4B}" presName="childText" presStyleLbl="conFgAcc1" presStyleIdx="2" presStyleCnt="4">
        <dgm:presLayoutVars>
          <dgm:bulletEnabled val="1"/>
        </dgm:presLayoutVars>
      </dgm:prSet>
      <dgm:spPr/>
    </dgm:pt>
    <dgm:pt modelId="{E6847318-8856-4917-8FF2-1153D9D73CC8}" type="pres">
      <dgm:prSet presAssocID="{C645FE89-D920-40E3-B3C6-CB2EFBAE9263}" presName="spaceBetweenRectangles" presStyleCnt="0"/>
      <dgm:spPr/>
    </dgm:pt>
    <dgm:pt modelId="{54EC9DB9-707C-45D3-8FE4-6FFB1A0C3ED6}" type="pres">
      <dgm:prSet presAssocID="{EB5BA30F-138B-48E1-8011-06737FD91955}" presName="parentLin" presStyleCnt="0"/>
      <dgm:spPr/>
    </dgm:pt>
    <dgm:pt modelId="{4426B029-8404-4A08-AEE7-30E2CDFB0106}" type="pres">
      <dgm:prSet presAssocID="{EB5BA30F-138B-48E1-8011-06737FD91955}" presName="parentLeftMargin" presStyleLbl="node1" presStyleIdx="2" presStyleCnt="4"/>
      <dgm:spPr/>
    </dgm:pt>
    <dgm:pt modelId="{F1EB2861-F0AC-4A7F-B732-D4F9C9A4D1D2}" type="pres">
      <dgm:prSet presAssocID="{EB5BA30F-138B-48E1-8011-06737FD91955}" presName="parentText" presStyleLbl="node1" presStyleIdx="3" presStyleCnt="4">
        <dgm:presLayoutVars>
          <dgm:chMax val="0"/>
          <dgm:bulletEnabled val="1"/>
        </dgm:presLayoutVars>
      </dgm:prSet>
      <dgm:spPr/>
    </dgm:pt>
    <dgm:pt modelId="{CB37EC17-338D-4EE8-8EA9-094EC7CCF178}" type="pres">
      <dgm:prSet presAssocID="{EB5BA30F-138B-48E1-8011-06737FD91955}" presName="negativeSpace" presStyleCnt="0"/>
      <dgm:spPr/>
    </dgm:pt>
    <dgm:pt modelId="{BD4E4C64-7F6E-4910-83D7-7E9D8D90A9D4}" type="pres">
      <dgm:prSet presAssocID="{EB5BA30F-138B-48E1-8011-06737FD91955}" presName="childText" presStyleLbl="conFgAcc1" presStyleIdx="3" presStyleCnt="4">
        <dgm:presLayoutVars>
          <dgm:bulletEnabled val="1"/>
        </dgm:presLayoutVars>
      </dgm:prSet>
      <dgm:spPr/>
    </dgm:pt>
  </dgm:ptLst>
  <dgm:cxnLst>
    <dgm:cxn modelId="{14C27F02-E0DB-42DE-B072-FDCAF76C967B}" type="presOf" srcId="{6ABD30F9-685A-4C90-AD1D-E41B6FDB0FDF}" destId="{7B57F37D-A974-47D3-9B50-579A1C12729B}" srcOrd="0" destOrd="0" presId="urn:microsoft.com/office/officeart/2005/8/layout/list1"/>
    <dgm:cxn modelId="{7FCF3812-5501-4F81-B146-6047366E75D4}" srcId="{C702CCF4-EFCF-495C-B3C9-86F9230FE651}" destId="{2454B5D5-BE46-405E-9845-977D91C129AB}" srcOrd="0" destOrd="0" parTransId="{DC547843-B268-40CF-9D40-753A0AED2ECC}" sibTransId="{C8D95E2B-6013-4E01-9541-043314D0593C}"/>
    <dgm:cxn modelId="{6F95B116-A059-49FF-920D-0769818E82F8}" type="presOf" srcId="{EB5BA30F-138B-48E1-8011-06737FD91955}" destId="{F1EB2861-F0AC-4A7F-B732-D4F9C9A4D1D2}" srcOrd="1" destOrd="0" presId="urn:microsoft.com/office/officeart/2005/8/layout/list1"/>
    <dgm:cxn modelId="{19533F24-0E68-48E1-9227-C6720F9E2A17}" type="presOf" srcId="{2454B5D5-BE46-405E-9845-977D91C129AB}" destId="{98076C02-92D9-4869-89E9-8EB6B5493D57}" srcOrd="1" destOrd="0" presId="urn:microsoft.com/office/officeart/2005/8/layout/list1"/>
    <dgm:cxn modelId="{982D4D27-827C-488B-AD84-CD79330F50A8}" type="presOf" srcId="{C702CCF4-EFCF-495C-B3C9-86F9230FE651}" destId="{407F9D87-3A61-4AAA-9078-E212FB8482A6}" srcOrd="0" destOrd="0" presId="urn:microsoft.com/office/officeart/2005/8/layout/list1"/>
    <dgm:cxn modelId="{62D55240-0619-4E3C-8D65-76C46FE4EFF6}" type="presOf" srcId="{3FD529E1-CABF-4CE4-8F03-7682AA3D1E4B}" destId="{DBA11ADC-1348-44D4-8400-DEF90013B480}" srcOrd="0" destOrd="0" presId="urn:microsoft.com/office/officeart/2005/8/layout/list1"/>
    <dgm:cxn modelId="{7FD03D64-AA5A-41E0-9506-4E50938575BF}" type="presOf" srcId="{86B1BF04-A361-4E74-A0B6-2639ECBBF6DE}" destId="{A290E6E5-C88A-4986-9E7A-23584EEA9F68}" srcOrd="1" destOrd="0" presId="urn:microsoft.com/office/officeart/2005/8/layout/list1"/>
    <dgm:cxn modelId="{D9406C50-05A8-4C46-A8A9-6D6E8F1C78AF}" type="presOf" srcId="{BD935539-CBD2-4C37-ADDC-4816E2490F90}" destId="{C4A55BBD-202E-4016-912C-11F1A128AFA6}" srcOrd="0" destOrd="0" presId="urn:microsoft.com/office/officeart/2005/8/layout/list1"/>
    <dgm:cxn modelId="{9DE1C951-1544-43DF-821B-7D7DC2ED0259}" type="presOf" srcId="{86B1BF04-A361-4E74-A0B6-2639ECBBF6DE}" destId="{62E60284-5306-4AF3-8A16-FCBE2C4A48A8}" srcOrd="0" destOrd="0" presId="urn:microsoft.com/office/officeart/2005/8/layout/list1"/>
    <dgm:cxn modelId="{43C22B72-C4D6-4797-BAEC-CBB0E7C3CFCF}" type="presOf" srcId="{07F48DBB-40AF-4312-9E03-5D6B38A2DC03}" destId="{BD4E4C64-7F6E-4910-83D7-7E9D8D90A9D4}" srcOrd="0" destOrd="1" presId="urn:microsoft.com/office/officeart/2005/8/layout/list1"/>
    <dgm:cxn modelId="{73A81D7A-08C9-4A39-B5CB-816F51583A01}" type="presOf" srcId="{26C75332-6A35-4201-BC9F-5DF54DA1457A}" destId="{BD4E4C64-7F6E-4910-83D7-7E9D8D90A9D4}" srcOrd="0" destOrd="0" presId="urn:microsoft.com/office/officeart/2005/8/layout/list1"/>
    <dgm:cxn modelId="{D587205A-E1EC-4B49-9A2C-C9B7D1B6DEDA}" type="presOf" srcId="{EB5BA30F-138B-48E1-8011-06737FD91955}" destId="{4426B029-8404-4A08-AEE7-30E2CDFB0106}" srcOrd="0" destOrd="0" presId="urn:microsoft.com/office/officeart/2005/8/layout/list1"/>
    <dgm:cxn modelId="{0991BD7B-35B4-47B6-9C18-98715746AAC8}" srcId="{EB5BA30F-138B-48E1-8011-06737FD91955}" destId="{26C75332-6A35-4201-BC9F-5DF54DA1457A}" srcOrd="0" destOrd="0" parTransId="{1FED56C9-9CCC-444D-9173-87275B8D6B33}" sibTransId="{AA82F7BE-A1ED-47D6-A28A-111E1840BF57}"/>
    <dgm:cxn modelId="{77EE1F7E-3EBF-473F-8211-F9375DF3C5F5}" srcId="{86B1BF04-A361-4E74-A0B6-2639ECBBF6DE}" destId="{B4134408-6D0D-4A5B-9508-42F26FAEE802}" srcOrd="1" destOrd="0" parTransId="{9791094B-B19F-4F55-B34A-A85655BDF7D7}" sibTransId="{2844CC24-9CCF-4134-9BAC-B1C469801959}"/>
    <dgm:cxn modelId="{0174F67F-4D4C-4785-8B69-6EC6C05E2C54}" type="presOf" srcId="{B4134408-6D0D-4A5B-9508-42F26FAEE802}" destId="{C4A55BBD-202E-4016-912C-11F1A128AFA6}" srcOrd="0" destOrd="1" presId="urn:microsoft.com/office/officeart/2005/8/layout/list1"/>
    <dgm:cxn modelId="{EB7F2085-1B47-41BB-99C6-29F8C5D2383C}" srcId="{C702CCF4-EFCF-495C-B3C9-86F9230FE651}" destId="{3FD529E1-CABF-4CE4-8F03-7682AA3D1E4B}" srcOrd="2" destOrd="0" parTransId="{A54E0973-5573-42FD-9EAA-3360B7930F18}" sibTransId="{C645FE89-D920-40E3-B3C6-CB2EFBAE9263}"/>
    <dgm:cxn modelId="{DB0F798A-A3F1-4437-A1E1-0BB6CB619FE2}" srcId="{C702CCF4-EFCF-495C-B3C9-86F9230FE651}" destId="{86B1BF04-A361-4E74-A0B6-2639ECBBF6DE}" srcOrd="1" destOrd="0" parTransId="{54B9EAF5-96C2-45E4-91F5-CABB1F73E0C3}" sibTransId="{C9C7A55B-4DCE-4209-906E-5AC2A7B7C54F}"/>
    <dgm:cxn modelId="{B9378698-BA27-4F56-B9C5-8BDDD277A31A}" srcId="{2454B5D5-BE46-405E-9845-977D91C129AB}" destId="{FF3A2559-3407-4C74-A912-B802B7CF0DED}" srcOrd="0" destOrd="0" parTransId="{3B8883AD-3E04-42A7-8D4B-BFA6BABBDF29}" sibTransId="{31584119-9E61-4DEF-BF61-057C41AD464D}"/>
    <dgm:cxn modelId="{80F284A9-0C78-406B-8D18-9C37487C6899}" srcId="{C702CCF4-EFCF-495C-B3C9-86F9230FE651}" destId="{EB5BA30F-138B-48E1-8011-06737FD91955}" srcOrd="3" destOrd="0" parTransId="{27454FBA-38D8-4A6D-9920-1E39102F7EAB}" sibTransId="{4B7A0A58-9A40-4C8D-8EFF-AE631C62E572}"/>
    <dgm:cxn modelId="{CB410BB3-E044-47CE-A4C3-B1E51DA11C01}" type="presOf" srcId="{3FD529E1-CABF-4CE4-8F03-7682AA3D1E4B}" destId="{D0D30DD5-655B-426A-B62F-E1D3182EED69}" srcOrd="1" destOrd="0" presId="urn:microsoft.com/office/officeart/2005/8/layout/list1"/>
    <dgm:cxn modelId="{C9D9B7BF-9819-4862-AA5E-1651BF843AAB}" type="presOf" srcId="{2454B5D5-BE46-405E-9845-977D91C129AB}" destId="{A510B4F4-B2C7-43B1-9A42-AF556FFF090E}" srcOrd="0" destOrd="0" presId="urn:microsoft.com/office/officeart/2005/8/layout/list1"/>
    <dgm:cxn modelId="{D523E5C1-3B09-4EDE-AC22-285B219A9F46}" srcId="{3FD529E1-CABF-4CE4-8F03-7682AA3D1E4B}" destId="{4FE76C2D-F104-4132-A26D-2B7C26D5B4FB}" srcOrd="1" destOrd="0" parTransId="{B6E9154A-81D7-4347-A0B0-C7B237881452}" sibTransId="{2D3E861F-3783-4DD3-BD2A-0F8E0A2B008D}"/>
    <dgm:cxn modelId="{F56790C3-951B-4E5B-802E-E32D7888FC14}" srcId="{86B1BF04-A361-4E74-A0B6-2639ECBBF6DE}" destId="{BD935539-CBD2-4C37-ADDC-4816E2490F90}" srcOrd="0" destOrd="0" parTransId="{EC07A4CF-86B3-417C-9F30-4E496FA01742}" sibTransId="{29F81C5D-2AAF-462E-92A8-B5AA68CB0A8C}"/>
    <dgm:cxn modelId="{91EFADCB-499C-4B9D-981B-7F90689C4E41}" srcId="{EB5BA30F-138B-48E1-8011-06737FD91955}" destId="{07F48DBB-40AF-4312-9E03-5D6B38A2DC03}" srcOrd="1" destOrd="0" parTransId="{32C93098-49F8-4945-A9E9-245D4D944FE5}" sibTransId="{292C7798-DCD0-40E3-B1A1-09D36CFACA1D}"/>
    <dgm:cxn modelId="{45584BDA-DB9A-4213-B4EB-6D834C4670C9}" type="presOf" srcId="{FF3A2559-3407-4C74-A912-B802B7CF0DED}" destId="{4CC805D7-36B9-4420-B035-C010A0B45C51}" srcOrd="0" destOrd="0" presId="urn:microsoft.com/office/officeart/2005/8/layout/list1"/>
    <dgm:cxn modelId="{68330FE6-71F8-47C6-BCC7-580DB36219B4}" type="presOf" srcId="{4FE76C2D-F104-4132-A26D-2B7C26D5B4FB}" destId="{7B57F37D-A974-47D3-9B50-579A1C12729B}" srcOrd="0" destOrd="1" presId="urn:microsoft.com/office/officeart/2005/8/layout/list1"/>
    <dgm:cxn modelId="{6925BCEC-316A-45C4-B2B8-AFD4D0EE7935}" srcId="{3FD529E1-CABF-4CE4-8F03-7682AA3D1E4B}" destId="{6ABD30F9-685A-4C90-AD1D-E41B6FDB0FDF}" srcOrd="0" destOrd="0" parTransId="{833EF755-3290-49B2-A0AE-52229C26A26F}" sibTransId="{6D5996D0-327C-4CA8-BBDB-0C79179ACA34}"/>
    <dgm:cxn modelId="{7450B53E-B8E9-4D01-A8A4-4FE15D5459F1}" type="presParOf" srcId="{407F9D87-3A61-4AAA-9078-E212FB8482A6}" destId="{2988E714-2BF9-47CE-97D6-626DBACBFD52}" srcOrd="0" destOrd="0" presId="urn:microsoft.com/office/officeart/2005/8/layout/list1"/>
    <dgm:cxn modelId="{97102755-362F-4F70-A6DF-D0B3B62F9A1E}" type="presParOf" srcId="{2988E714-2BF9-47CE-97D6-626DBACBFD52}" destId="{A510B4F4-B2C7-43B1-9A42-AF556FFF090E}" srcOrd="0" destOrd="0" presId="urn:microsoft.com/office/officeart/2005/8/layout/list1"/>
    <dgm:cxn modelId="{4A5727D2-08EE-41B1-9E6B-C600B20CC9E4}" type="presParOf" srcId="{2988E714-2BF9-47CE-97D6-626DBACBFD52}" destId="{98076C02-92D9-4869-89E9-8EB6B5493D57}" srcOrd="1" destOrd="0" presId="urn:microsoft.com/office/officeart/2005/8/layout/list1"/>
    <dgm:cxn modelId="{BA7E8EF5-3DFC-494D-817F-4C082DA14FAD}" type="presParOf" srcId="{407F9D87-3A61-4AAA-9078-E212FB8482A6}" destId="{7FE9D441-098E-4837-8424-65DB9F087441}" srcOrd="1" destOrd="0" presId="urn:microsoft.com/office/officeart/2005/8/layout/list1"/>
    <dgm:cxn modelId="{730F243B-354D-460B-90DA-ADA4E77A88A0}" type="presParOf" srcId="{407F9D87-3A61-4AAA-9078-E212FB8482A6}" destId="{4CC805D7-36B9-4420-B035-C010A0B45C51}" srcOrd="2" destOrd="0" presId="urn:microsoft.com/office/officeart/2005/8/layout/list1"/>
    <dgm:cxn modelId="{2B26356A-7898-46D3-B8DF-7A74D4942698}" type="presParOf" srcId="{407F9D87-3A61-4AAA-9078-E212FB8482A6}" destId="{D72D4FE5-EA8C-4E7F-83E8-1AA9903EC6C4}" srcOrd="3" destOrd="0" presId="urn:microsoft.com/office/officeart/2005/8/layout/list1"/>
    <dgm:cxn modelId="{16A908E3-7639-4DD6-91BB-2A0600DA3087}" type="presParOf" srcId="{407F9D87-3A61-4AAA-9078-E212FB8482A6}" destId="{AA2ECA6C-0F28-4F4C-8D95-ABC30EAC42B3}" srcOrd="4" destOrd="0" presId="urn:microsoft.com/office/officeart/2005/8/layout/list1"/>
    <dgm:cxn modelId="{3C1E1994-CF12-4043-8B16-3EBF002AE46A}" type="presParOf" srcId="{AA2ECA6C-0F28-4F4C-8D95-ABC30EAC42B3}" destId="{62E60284-5306-4AF3-8A16-FCBE2C4A48A8}" srcOrd="0" destOrd="0" presId="urn:microsoft.com/office/officeart/2005/8/layout/list1"/>
    <dgm:cxn modelId="{74831F01-7C45-4A94-A8EC-BF43F86F9977}" type="presParOf" srcId="{AA2ECA6C-0F28-4F4C-8D95-ABC30EAC42B3}" destId="{A290E6E5-C88A-4986-9E7A-23584EEA9F68}" srcOrd="1" destOrd="0" presId="urn:microsoft.com/office/officeart/2005/8/layout/list1"/>
    <dgm:cxn modelId="{C04D369B-9FF2-4C24-B643-143B9C8C2237}" type="presParOf" srcId="{407F9D87-3A61-4AAA-9078-E212FB8482A6}" destId="{E3378719-2F75-4513-9F0A-086761D9D6EF}" srcOrd="5" destOrd="0" presId="urn:microsoft.com/office/officeart/2005/8/layout/list1"/>
    <dgm:cxn modelId="{F0F28AC8-A880-4F83-B35C-3FA5ED8F3133}" type="presParOf" srcId="{407F9D87-3A61-4AAA-9078-E212FB8482A6}" destId="{C4A55BBD-202E-4016-912C-11F1A128AFA6}" srcOrd="6" destOrd="0" presId="urn:microsoft.com/office/officeart/2005/8/layout/list1"/>
    <dgm:cxn modelId="{E06FD599-04F0-4488-9CE6-A5DCBA390FBC}" type="presParOf" srcId="{407F9D87-3A61-4AAA-9078-E212FB8482A6}" destId="{138B4453-7F24-4749-90C6-8A80AE2397A1}" srcOrd="7" destOrd="0" presId="urn:microsoft.com/office/officeart/2005/8/layout/list1"/>
    <dgm:cxn modelId="{241EECBE-F831-45B6-A620-99DDA37F26D1}" type="presParOf" srcId="{407F9D87-3A61-4AAA-9078-E212FB8482A6}" destId="{F2B16896-FD8B-40E1-BB29-1804A1B63871}" srcOrd="8" destOrd="0" presId="urn:microsoft.com/office/officeart/2005/8/layout/list1"/>
    <dgm:cxn modelId="{8CF67D90-57CB-4CFB-8C42-534751FC5938}" type="presParOf" srcId="{F2B16896-FD8B-40E1-BB29-1804A1B63871}" destId="{DBA11ADC-1348-44D4-8400-DEF90013B480}" srcOrd="0" destOrd="0" presId="urn:microsoft.com/office/officeart/2005/8/layout/list1"/>
    <dgm:cxn modelId="{130CC389-9E11-4DF8-9FC7-98068CED3576}" type="presParOf" srcId="{F2B16896-FD8B-40E1-BB29-1804A1B63871}" destId="{D0D30DD5-655B-426A-B62F-E1D3182EED69}" srcOrd="1" destOrd="0" presId="urn:microsoft.com/office/officeart/2005/8/layout/list1"/>
    <dgm:cxn modelId="{E9B8E6BF-6C91-4DDF-8C97-EEAE9A3C8F92}" type="presParOf" srcId="{407F9D87-3A61-4AAA-9078-E212FB8482A6}" destId="{1FE02478-097C-4F8B-8CED-9DD631E784B5}" srcOrd="9" destOrd="0" presId="urn:microsoft.com/office/officeart/2005/8/layout/list1"/>
    <dgm:cxn modelId="{4E55A8F7-0D4F-4715-8177-E660183A210B}" type="presParOf" srcId="{407F9D87-3A61-4AAA-9078-E212FB8482A6}" destId="{7B57F37D-A974-47D3-9B50-579A1C12729B}" srcOrd="10" destOrd="0" presId="urn:microsoft.com/office/officeart/2005/8/layout/list1"/>
    <dgm:cxn modelId="{266570D9-15D8-406D-999A-32A92E531D93}" type="presParOf" srcId="{407F9D87-3A61-4AAA-9078-E212FB8482A6}" destId="{E6847318-8856-4917-8FF2-1153D9D73CC8}" srcOrd="11" destOrd="0" presId="urn:microsoft.com/office/officeart/2005/8/layout/list1"/>
    <dgm:cxn modelId="{0DA2FB2F-F3C7-4DE8-AC28-D2D48FB16D94}" type="presParOf" srcId="{407F9D87-3A61-4AAA-9078-E212FB8482A6}" destId="{54EC9DB9-707C-45D3-8FE4-6FFB1A0C3ED6}" srcOrd="12" destOrd="0" presId="urn:microsoft.com/office/officeart/2005/8/layout/list1"/>
    <dgm:cxn modelId="{847F42D6-368D-42CA-985F-6FD81C35CEBA}" type="presParOf" srcId="{54EC9DB9-707C-45D3-8FE4-6FFB1A0C3ED6}" destId="{4426B029-8404-4A08-AEE7-30E2CDFB0106}" srcOrd="0" destOrd="0" presId="urn:microsoft.com/office/officeart/2005/8/layout/list1"/>
    <dgm:cxn modelId="{88BD405C-C93C-4ED4-8CDA-E80BA0D4C959}" type="presParOf" srcId="{54EC9DB9-707C-45D3-8FE4-6FFB1A0C3ED6}" destId="{F1EB2861-F0AC-4A7F-B732-D4F9C9A4D1D2}" srcOrd="1" destOrd="0" presId="urn:microsoft.com/office/officeart/2005/8/layout/list1"/>
    <dgm:cxn modelId="{A8F38696-48E0-4D9F-9E8A-D01658F0D911}" type="presParOf" srcId="{407F9D87-3A61-4AAA-9078-E212FB8482A6}" destId="{CB37EC17-338D-4EE8-8EA9-094EC7CCF178}" srcOrd="13" destOrd="0" presId="urn:microsoft.com/office/officeart/2005/8/layout/list1"/>
    <dgm:cxn modelId="{2652B930-AE8B-4C1D-A33E-5805D851F7EF}" type="presParOf" srcId="{407F9D87-3A61-4AAA-9078-E212FB8482A6}" destId="{BD4E4C64-7F6E-4910-83D7-7E9D8D90A9D4}" srcOrd="14" destOrd="0" presId="urn:microsoft.com/office/officeart/2005/8/layout/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4D16F9B-EE76-431F-BCB5-9A552F0C08CC}" type="doc">
      <dgm:prSet loTypeId="urn:microsoft.com/office/officeart/2005/8/layout/hProcess3" loCatId="process" qsTypeId="urn:microsoft.com/office/officeart/2005/8/quickstyle/simple1" qsCatId="simple" csTypeId="urn:microsoft.com/office/officeart/2005/8/colors/accent1_2" csCatId="accent1"/>
      <dgm:spPr/>
      <dgm:t>
        <a:bodyPr/>
        <a:lstStyle/>
        <a:p>
          <a:endParaRPr lang="en-US"/>
        </a:p>
      </dgm:t>
    </dgm:pt>
    <dgm:pt modelId="{139B9A6A-D9F5-40FB-99BF-B295DB991B99}">
      <dgm:prSet custT="1"/>
      <dgm:spPr/>
      <dgm:t>
        <a:bodyPr/>
        <a:lstStyle/>
        <a:p>
          <a:r>
            <a:rPr lang="en-US" sz="2800" b="1" dirty="0">
              <a:solidFill>
                <a:schemeClr val="bg1"/>
              </a:solidFill>
            </a:rPr>
            <a:t>Απ</a:t>
          </a:r>
          <a:r>
            <a:rPr lang="en-US" sz="2800" b="1" dirty="0" err="1">
              <a:solidFill>
                <a:schemeClr val="bg1"/>
              </a:solidFill>
            </a:rPr>
            <a:t>οτελέσμ</a:t>
          </a:r>
          <a:r>
            <a:rPr lang="en-US" sz="2800" b="1" dirty="0">
              <a:solidFill>
                <a:schemeClr val="bg1"/>
              </a:solidFill>
            </a:rPr>
            <a:t>ατα &amp; Γραφήματα</a:t>
          </a:r>
          <a:br>
            <a:rPr lang="en-US" sz="2800" b="1" dirty="0"/>
          </a:br>
          <a:endParaRPr lang="en-US" sz="2800" dirty="0"/>
        </a:p>
      </dgm:t>
    </dgm:pt>
    <dgm:pt modelId="{7E882FEF-C1E2-4489-AAD0-41B33F0082E0}" type="parTrans" cxnId="{37C53E37-2118-484A-8782-47E02377EB15}">
      <dgm:prSet/>
      <dgm:spPr/>
      <dgm:t>
        <a:bodyPr/>
        <a:lstStyle/>
        <a:p>
          <a:endParaRPr lang="en-US"/>
        </a:p>
      </dgm:t>
    </dgm:pt>
    <dgm:pt modelId="{12366017-4E3F-43A2-880C-0CEF144C2A60}" type="sibTrans" cxnId="{37C53E37-2118-484A-8782-47E02377EB15}">
      <dgm:prSet/>
      <dgm:spPr/>
      <dgm:t>
        <a:bodyPr/>
        <a:lstStyle/>
        <a:p>
          <a:endParaRPr lang="en-US"/>
        </a:p>
      </dgm:t>
    </dgm:pt>
    <dgm:pt modelId="{FB2E6EEC-6B7B-4CAE-84D8-1FB064DA7077}" type="pres">
      <dgm:prSet presAssocID="{74D16F9B-EE76-431F-BCB5-9A552F0C08CC}" presName="Name0" presStyleCnt="0">
        <dgm:presLayoutVars>
          <dgm:dir/>
          <dgm:animLvl val="lvl"/>
          <dgm:resizeHandles val="exact"/>
        </dgm:presLayoutVars>
      </dgm:prSet>
      <dgm:spPr/>
    </dgm:pt>
    <dgm:pt modelId="{8BD58FDC-B3CC-493E-9689-46C80A5C1D99}" type="pres">
      <dgm:prSet presAssocID="{74D16F9B-EE76-431F-BCB5-9A552F0C08CC}" presName="dummy" presStyleCnt="0"/>
      <dgm:spPr/>
    </dgm:pt>
    <dgm:pt modelId="{E1BE43BA-68C9-4EBE-BAA0-FAFAB0686149}" type="pres">
      <dgm:prSet presAssocID="{74D16F9B-EE76-431F-BCB5-9A552F0C08CC}" presName="linH" presStyleCnt="0"/>
      <dgm:spPr/>
    </dgm:pt>
    <dgm:pt modelId="{B541EE22-AAD6-49F1-B38E-61F9F96C6DDE}" type="pres">
      <dgm:prSet presAssocID="{74D16F9B-EE76-431F-BCB5-9A552F0C08CC}" presName="padding1" presStyleCnt="0"/>
      <dgm:spPr/>
    </dgm:pt>
    <dgm:pt modelId="{DF5CED48-00FA-45B2-8B4B-82CD564DBADA}" type="pres">
      <dgm:prSet presAssocID="{139B9A6A-D9F5-40FB-99BF-B295DB991B99}" presName="linV" presStyleCnt="0"/>
      <dgm:spPr/>
    </dgm:pt>
    <dgm:pt modelId="{2F33C540-10C5-4E69-A7F6-7671FF46DE47}" type="pres">
      <dgm:prSet presAssocID="{139B9A6A-D9F5-40FB-99BF-B295DB991B99}" presName="spVertical1" presStyleCnt="0"/>
      <dgm:spPr/>
    </dgm:pt>
    <dgm:pt modelId="{697A7518-0BA5-42B0-BBE4-E290CE251132}" type="pres">
      <dgm:prSet presAssocID="{139B9A6A-D9F5-40FB-99BF-B295DB991B99}" presName="parTx" presStyleLbl="revTx" presStyleIdx="0" presStyleCnt="1" custLinFactNeighborX="-6928" custLinFactNeighborY="25783">
        <dgm:presLayoutVars>
          <dgm:chMax val="0"/>
          <dgm:chPref val="0"/>
          <dgm:bulletEnabled val="1"/>
        </dgm:presLayoutVars>
      </dgm:prSet>
      <dgm:spPr/>
    </dgm:pt>
    <dgm:pt modelId="{AC1D68E4-B7CF-4AA5-9BA3-606DF652827F}" type="pres">
      <dgm:prSet presAssocID="{139B9A6A-D9F5-40FB-99BF-B295DB991B99}" presName="spVertical2" presStyleCnt="0"/>
      <dgm:spPr/>
    </dgm:pt>
    <dgm:pt modelId="{814C8D55-3FC5-4B9D-88D4-A581D1F0521B}" type="pres">
      <dgm:prSet presAssocID="{139B9A6A-D9F5-40FB-99BF-B295DB991B99}" presName="spVertical3" presStyleCnt="0"/>
      <dgm:spPr/>
    </dgm:pt>
    <dgm:pt modelId="{76E2CC21-8297-461D-935D-48F789FA1EE4}" type="pres">
      <dgm:prSet presAssocID="{74D16F9B-EE76-431F-BCB5-9A552F0C08CC}" presName="padding2" presStyleCnt="0"/>
      <dgm:spPr/>
    </dgm:pt>
    <dgm:pt modelId="{DF5CAAEB-7FCE-43AA-A516-2C25EB89902B}" type="pres">
      <dgm:prSet presAssocID="{74D16F9B-EE76-431F-BCB5-9A552F0C08CC}" presName="negArrow" presStyleCnt="0"/>
      <dgm:spPr/>
    </dgm:pt>
    <dgm:pt modelId="{8D13CE35-6AA3-4FC9-84DE-C7DD9195C734}" type="pres">
      <dgm:prSet presAssocID="{74D16F9B-EE76-431F-BCB5-9A552F0C08CC}" presName="backgroundArrow" presStyleLbl="node1" presStyleIdx="0" presStyleCnt="1"/>
      <dgm:spPr/>
    </dgm:pt>
  </dgm:ptLst>
  <dgm:cxnLst>
    <dgm:cxn modelId="{492EE02C-A8C2-4D8E-AADA-0D35EB4CB13D}" type="presOf" srcId="{74D16F9B-EE76-431F-BCB5-9A552F0C08CC}" destId="{FB2E6EEC-6B7B-4CAE-84D8-1FB064DA7077}" srcOrd="0" destOrd="0" presId="urn:microsoft.com/office/officeart/2005/8/layout/hProcess3"/>
    <dgm:cxn modelId="{37C53E37-2118-484A-8782-47E02377EB15}" srcId="{74D16F9B-EE76-431F-BCB5-9A552F0C08CC}" destId="{139B9A6A-D9F5-40FB-99BF-B295DB991B99}" srcOrd="0" destOrd="0" parTransId="{7E882FEF-C1E2-4489-AAD0-41B33F0082E0}" sibTransId="{12366017-4E3F-43A2-880C-0CEF144C2A60}"/>
    <dgm:cxn modelId="{2D32B57C-1C9B-47AF-B6AC-34AA23D0D07B}" type="presOf" srcId="{139B9A6A-D9F5-40FB-99BF-B295DB991B99}" destId="{697A7518-0BA5-42B0-BBE4-E290CE251132}" srcOrd="0" destOrd="0" presId="urn:microsoft.com/office/officeart/2005/8/layout/hProcess3"/>
    <dgm:cxn modelId="{AFAA04A6-60D0-44D5-96CF-CD795E5E7358}" type="presParOf" srcId="{FB2E6EEC-6B7B-4CAE-84D8-1FB064DA7077}" destId="{8BD58FDC-B3CC-493E-9689-46C80A5C1D99}" srcOrd="0" destOrd="0" presId="urn:microsoft.com/office/officeart/2005/8/layout/hProcess3"/>
    <dgm:cxn modelId="{474FD215-E503-4924-BD59-1C6C270B38EE}" type="presParOf" srcId="{FB2E6EEC-6B7B-4CAE-84D8-1FB064DA7077}" destId="{E1BE43BA-68C9-4EBE-BAA0-FAFAB0686149}" srcOrd="1" destOrd="0" presId="urn:microsoft.com/office/officeart/2005/8/layout/hProcess3"/>
    <dgm:cxn modelId="{28F76B4F-1A42-4560-966F-D8D7A225949D}" type="presParOf" srcId="{E1BE43BA-68C9-4EBE-BAA0-FAFAB0686149}" destId="{B541EE22-AAD6-49F1-B38E-61F9F96C6DDE}" srcOrd="0" destOrd="0" presId="urn:microsoft.com/office/officeart/2005/8/layout/hProcess3"/>
    <dgm:cxn modelId="{DB310787-F8CB-48EF-9E72-09FAF81574D2}" type="presParOf" srcId="{E1BE43BA-68C9-4EBE-BAA0-FAFAB0686149}" destId="{DF5CED48-00FA-45B2-8B4B-82CD564DBADA}" srcOrd="1" destOrd="0" presId="urn:microsoft.com/office/officeart/2005/8/layout/hProcess3"/>
    <dgm:cxn modelId="{4BE4AEAF-7F60-4FB2-9DCD-E5184BEAA4BB}" type="presParOf" srcId="{DF5CED48-00FA-45B2-8B4B-82CD564DBADA}" destId="{2F33C540-10C5-4E69-A7F6-7671FF46DE47}" srcOrd="0" destOrd="0" presId="urn:microsoft.com/office/officeart/2005/8/layout/hProcess3"/>
    <dgm:cxn modelId="{5A0C5620-BEB9-4A1A-8953-CC3761264D54}" type="presParOf" srcId="{DF5CED48-00FA-45B2-8B4B-82CD564DBADA}" destId="{697A7518-0BA5-42B0-BBE4-E290CE251132}" srcOrd="1" destOrd="0" presId="urn:microsoft.com/office/officeart/2005/8/layout/hProcess3"/>
    <dgm:cxn modelId="{289DA061-1734-4EFA-9DDB-AA73D35A4861}" type="presParOf" srcId="{DF5CED48-00FA-45B2-8B4B-82CD564DBADA}" destId="{AC1D68E4-B7CF-4AA5-9BA3-606DF652827F}" srcOrd="2" destOrd="0" presId="urn:microsoft.com/office/officeart/2005/8/layout/hProcess3"/>
    <dgm:cxn modelId="{3DC2CF34-78C2-4A01-B8D2-61BA0BADF9F3}" type="presParOf" srcId="{DF5CED48-00FA-45B2-8B4B-82CD564DBADA}" destId="{814C8D55-3FC5-4B9D-88D4-A581D1F0521B}" srcOrd="3" destOrd="0" presId="urn:microsoft.com/office/officeart/2005/8/layout/hProcess3"/>
    <dgm:cxn modelId="{C016CF29-DBEA-4BBD-8C6D-805FBFA23C47}" type="presParOf" srcId="{E1BE43BA-68C9-4EBE-BAA0-FAFAB0686149}" destId="{76E2CC21-8297-461D-935D-48F789FA1EE4}" srcOrd="2" destOrd="0" presId="urn:microsoft.com/office/officeart/2005/8/layout/hProcess3"/>
    <dgm:cxn modelId="{787A59EC-AE38-48F8-AE8B-3D5CEF2C7296}" type="presParOf" srcId="{E1BE43BA-68C9-4EBE-BAA0-FAFAB0686149}" destId="{DF5CAAEB-7FCE-43AA-A516-2C25EB89902B}" srcOrd="3" destOrd="0" presId="urn:microsoft.com/office/officeart/2005/8/layout/hProcess3"/>
    <dgm:cxn modelId="{EA8F6383-E322-4BE6-9023-D068DD0AFBD2}" type="presParOf" srcId="{E1BE43BA-68C9-4EBE-BAA0-FAFAB0686149}" destId="{8D13CE35-6AA3-4FC9-84DE-C7DD9195C734}" srcOrd="4" destOrd="0" presId="urn:microsoft.com/office/officeart/2005/8/layout/h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4D16F9B-EE76-431F-BCB5-9A552F0C08CC}" type="doc">
      <dgm:prSet loTypeId="urn:microsoft.com/office/officeart/2005/8/layout/hProcess3" loCatId="process" qsTypeId="urn:microsoft.com/office/officeart/2005/8/quickstyle/simple1" qsCatId="simple" csTypeId="urn:microsoft.com/office/officeart/2005/8/colors/accent1_2" csCatId="accent1"/>
      <dgm:spPr/>
      <dgm:t>
        <a:bodyPr/>
        <a:lstStyle/>
        <a:p>
          <a:endParaRPr lang="en-US"/>
        </a:p>
      </dgm:t>
    </dgm:pt>
    <dgm:pt modelId="{139B9A6A-D9F5-40FB-99BF-B295DB991B99}">
      <dgm:prSet custT="1"/>
      <dgm:spPr/>
      <dgm:t>
        <a:bodyPr/>
        <a:lstStyle/>
        <a:p>
          <a:r>
            <a:rPr lang="en-US" sz="2800" b="1" dirty="0">
              <a:solidFill>
                <a:schemeClr val="bg1"/>
              </a:solidFill>
            </a:rPr>
            <a:t>Απ</a:t>
          </a:r>
          <a:r>
            <a:rPr lang="en-US" sz="2800" b="1" dirty="0" err="1">
              <a:solidFill>
                <a:schemeClr val="bg1"/>
              </a:solidFill>
            </a:rPr>
            <a:t>οτελέσμ</a:t>
          </a:r>
          <a:r>
            <a:rPr lang="en-US" sz="2800" b="1" dirty="0">
              <a:solidFill>
                <a:schemeClr val="bg1"/>
              </a:solidFill>
            </a:rPr>
            <a:t>ατα &amp; Γραφήματα</a:t>
          </a:r>
          <a:br>
            <a:rPr lang="en-US" sz="2800" b="1" dirty="0"/>
          </a:br>
          <a:endParaRPr lang="en-US" sz="2800" dirty="0"/>
        </a:p>
      </dgm:t>
    </dgm:pt>
    <dgm:pt modelId="{7E882FEF-C1E2-4489-AAD0-41B33F0082E0}" type="parTrans" cxnId="{37C53E37-2118-484A-8782-47E02377EB15}">
      <dgm:prSet/>
      <dgm:spPr/>
      <dgm:t>
        <a:bodyPr/>
        <a:lstStyle/>
        <a:p>
          <a:endParaRPr lang="en-US"/>
        </a:p>
      </dgm:t>
    </dgm:pt>
    <dgm:pt modelId="{12366017-4E3F-43A2-880C-0CEF144C2A60}" type="sibTrans" cxnId="{37C53E37-2118-484A-8782-47E02377EB15}">
      <dgm:prSet/>
      <dgm:spPr/>
      <dgm:t>
        <a:bodyPr/>
        <a:lstStyle/>
        <a:p>
          <a:endParaRPr lang="en-US"/>
        </a:p>
      </dgm:t>
    </dgm:pt>
    <dgm:pt modelId="{FB2E6EEC-6B7B-4CAE-84D8-1FB064DA7077}" type="pres">
      <dgm:prSet presAssocID="{74D16F9B-EE76-431F-BCB5-9A552F0C08CC}" presName="Name0" presStyleCnt="0">
        <dgm:presLayoutVars>
          <dgm:dir/>
          <dgm:animLvl val="lvl"/>
          <dgm:resizeHandles val="exact"/>
        </dgm:presLayoutVars>
      </dgm:prSet>
      <dgm:spPr/>
    </dgm:pt>
    <dgm:pt modelId="{8BD58FDC-B3CC-493E-9689-46C80A5C1D99}" type="pres">
      <dgm:prSet presAssocID="{74D16F9B-EE76-431F-BCB5-9A552F0C08CC}" presName="dummy" presStyleCnt="0"/>
      <dgm:spPr/>
    </dgm:pt>
    <dgm:pt modelId="{E1BE43BA-68C9-4EBE-BAA0-FAFAB0686149}" type="pres">
      <dgm:prSet presAssocID="{74D16F9B-EE76-431F-BCB5-9A552F0C08CC}" presName="linH" presStyleCnt="0"/>
      <dgm:spPr/>
    </dgm:pt>
    <dgm:pt modelId="{B541EE22-AAD6-49F1-B38E-61F9F96C6DDE}" type="pres">
      <dgm:prSet presAssocID="{74D16F9B-EE76-431F-BCB5-9A552F0C08CC}" presName="padding1" presStyleCnt="0"/>
      <dgm:spPr/>
    </dgm:pt>
    <dgm:pt modelId="{DF5CED48-00FA-45B2-8B4B-82CD564DBADA}" type="pres">
      <dgm:prSet presAssocID="{139B9A6A-D9F5-40FB-99BF-B295DB991B99}" presName="linV" presStyleCnt="0"/>
      <dgm:spPr/>
    </dgm:pt>
    <dgm:pt modelId="{2F33C540-10C5-4E69-A7F6-7671FF46DE47}" type="pres">
      <dgm:prSet presAssocID="{139B9A6A-D9F5-40FB-99BF-B295DB991B99}" presName="spVertical1" presStyleCnt="0"/>
      <dgm:spPr/>
    </dgm:pt>
    <dgm:pt modelId="{697A7518-0BA5-42B0-BBE4-E290CE251132}" type="pres">
      <dgm:prSet presAssocID="{139B9A6A-D9F5-40FB-99BF-B295DB991B99}" presName="parTx" presStyleLbl="revTx" presStyleIdx="0" presStyleCnt="1" custLinFactNeighborX="-6928" custLinFactNeighborY="25783">
        <dgm:presLayoutVars>
          <dgm:chMax val="0"/>
          <dgm:chPref val="0"/>
          <dgm:bulletEnabled val="1"/>
        </dgm:presLayoutVars>
      </dgm:prSet>
      <dgm:spPr/>
    </dgm:pt>
    <dgm:pt modelId="{AC1D68E4-B7CF-4AA5-9BA3-606DF652827F}" type="pres">
      <dgm:prSet presAssocID="{139B9A6A-D9F5-40FB-99BF-B295DB991B99}" presName="spVertical2" presStyleCnt="0"/>
      <dgm:spPr/>
    </dgm:pt>
    <dgm:pt modelId="{814C8D55-3FC5-4B9D-88D4-A581D1F0521B}" type="pres">
      <dgm:prSet presAssocID="{139B9A6A-D9F5-40FB-99BF-B295DB991B99}" presName="spVertical3" presStyleCnt="0"/>
      <dgm:spPr/>
    </dgm:pt>
    <dgm:pt modelId="{76E2CC21-8297-461D-935D-48F789FA1EE4}" type="pres">
      <dgm:prSet presAssocID="{74D16F9B-EE76-431F-BCB5-9A552F0C08CC}" presName="padding2" presStyleCnt="0"/>
      <dgm:spPr/>
    </dgm:pt>
    <dgm:pt modelId="{DF5CAAEB-7FCE-43AA-A516-2C25EB89902B}" type="pres">
      <dgm:prSet presAssocID="{74D16F9B-EE76-431F-BCB5-9A552F0C08CC}" presName="negArrow" presStyleCnt="0"/>
      <dgm:spPr/>
    </dgm:pt>
    <dgm:pt modelId="{8D13CE35-6AA3-4FC9-84DE-C7DD9195C734}" type="pres">
      <dgm:prSet presAssocID="{74D16F9B-EE76-431F-BCB5-9A552F0C08CC}" presName="backgroundArrow" presStyleLbl="node1" presStyleIdx="0" presStyleCnt="1"/>
      <dgm:spPr/>
    </dgm:pt>
  </dgm:ptLst>
  <dgm:cxnLst>
    <dgm:cxn modelId="{492EE02C-A8C2-4D8E-AADA-0D35EB4CB13D}" type="presOf" srcId="{74D16F9B-EE76-431F-BCB5-9A552F0C08CC}" destId="{FB2E6EEC-6B7B-4CAE-84D8-1FB064DA7077}" srcOrd="0" destOrd="0" presId="urn:microsoft.com/office/officeart/2005/8/layout/hProcess3"/>
    <dgm:cxn modelId="{37C53E37-2118-484A-8782-47E02377EB15}" srcId="{74D16F9B-EE76-431F-BCB5-9A552F0C08CC}" destId="{139B9A6A-D9F5-40FB-99BF-B295DB991B99}" srcOrd="0" destOrd="0" parTransId="{7E882FEF-C1E2-4489-AAD0-41B33F0082E0}" sibTransId="{12366017-4E3F-43A2-880C-0CEF144C2A60}"/>
    <dgm:cxn modelId="{2D32B57C-1C9B-47AF-B6AC-34AA23D0D07B}" type="presOf" srcId="{139B9A6A-D9F5-40FB-99BF-B295DB991B99}" destId="{697A7518-0BA5-42B0-BBE4-E290CE251132}" srcOrd="0" destOrd="0" presId="urn:microsoft.com/office/officeart/2005/8/layout/hProcess3"/>
    <dgm:cxn modelId="{AFAA04A6-60D0-44D5-96CF-CD795E5E7358}" type="presParOf" srcId="{FB2E6EEC-6B7B-4CAE-84D8-1FB064DA7077}" destId="{8BD58FDC-B3CC-493E-9689-46C80A5C1D99}" srcOrd="0" destOrd="0" presId="urn:microsoft.com/office/officeart/2005/8/layout/hProcess3"/>
    <dgm:cxn modelId="{474FD215-E503-4924-BD59-1C6C270B38EE}" type="presParOf" srcId="{FB2E6EEC-6B7B-4CAE-84D8-1FB064DA7077}" destId="{E1BE43BA-68C9-4EBE-BAA0-FAFAB0686149}" srcOrd="1" destOrd="0" presId="urn:microsoft.com/office/officeart/2005/8/layout/hProcess3"/>
    <dgm:cxn modelId="{28F76B4F-1A42-4560-966F-D8D7A225949D}" type="presParOf" srcId="{E1BE43BA-68C9-4EBE-BAA0-FAFAB0686149}" destId="{B541EE22-AAD6-49F1-B38E-61F9F96C6DDE}" srcOrd="0" destOrd="0" presId="urn:microsoft.com/office/officeart/2005/8/layout/hProcess3"/>
    <dgm:cxn modelId="{DB310787-F8CB-48EF-9E72-09FAF81574D2}" type="presParOf" srcId="{E1BE43BA-68C9-4EBE-BAA0-FAFAB0686149}" destId="{DF5CED48-00FA-45B2-8B4B-82CD564DBADA}" srcOrd="1" destOrd="0" presId="urn:microsoft.com/office/officeart/2005/8/layout/hProcess3"/>
    <dgm:cxn modelId="{4BE4AEAF-7F60-4FB2-9DCD-E5184BEAA4BB}" type="presParOf" srcId="{DF5CED48-00FA-45B2-8B4B-82CD564DBADA}" destId="{2F33C540-10C5-4E69-A7F6-7671FF46DE47}" srcOrd="0" destOrd="0" presId="urn:microsoft.com/office/officeart/2005/8/layout/hProcess3"/>
    <dgm:cxn modelId="{5A0C5620-BEB9-4A1A-8953-CC3761264D54}" type="presParOf" srcId="{DF5CED48-00FA-45B2-8B4B-82CD564DBADA}" destId="{697A7518-0BA5-42B0-BBE4-E290CE251132}" srcOrd="1" destOrd="0" presId="urn:microsoft.com/office/officeart/2005/8/layout/hProcess3"/>
    <dgm:cxn modelId="{289DA061-1734-4EFA-9DDB-AA73D35A4861}" type="presParOf" srcId="{DF5CED48-00FA-45B2-8B4B-82CD564DBADA}" destId="{AC1D68E4-B7CF-4AA5-9BA3-606DF652827F}" srcOrd="2" destOrd="0" presId="urn:microsoft.com/office/officeart/2005/8/layout/hProcess3"/>
    <dgm:cxn modelId="{3DC2CF34-78C2-4A01-B8D2-61BA0BADF9F3}" type="presParOf" srcId="{DF5CED48-00FA-45B2-8B4B-82CD564DBADA}" destId="{814C8D55-3FC5-4B9D-88D4-A581D1F0521B}" srcOrd="3" destOrd="0" presId="urn:microsoft.com/office/officeart/2005/8/layout/hProcess3"/>
    <dgm:cxn modelId="{C016CF29-DBEA-4BBD-8C6D-805FBFA23C47}" type="presParOf" srcId="{E1BE43BA-68C9-4EBE-BAA0-FAFAB0686149}" destId="{76E2CC21-8297-461D-935D-48F789FA1EE4}" srcOrd="2" destOrd="0" presId="urn:microsoft.com/office/officeart/2005/8/layout/hProcess3"/>
    <dgm:cxn modelId="{787A59EC-AE38-48F8-AE8B-3D5CEF2C7296}" type="presParOf" srcId="{E1BE43BA-68C9-4EBE-BAA0-FAFAB0686149}" destId="{DF5CAAEB-7FCE-43AA-A516-2C25EB89902B}" srcOrd="3" destOrd="0" presId="urn:microsoft.com/office/officeart/2005/8/layout/hProcess3"/>
    <dgm:cxn modelId="{EA8F6383-E322-4BE6-9023-D068DD0AFBD2}" type="presParOf" srcId="{E1BE43BA-68C9-4EBE-BAA0-FAFAB0686149}" destId="{8D13CE35-6AA3-4FC9-84DE-C7DD9195C734}" srcOrd="4" destOrd="0" presId="urn:microsoft.com/office/officeart/2005/8/layout/h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7B2262-6F76-471D-AB4A-160697494586}">
      <dsp:nvSpPr>
        <dsp:cNvPr id="0" name=""/>
        <dsp:cNvSpPr/>
      </dsp:nvSpPr>
      <dsp:spPr>
        <a:xfrm rot="5400000">
          <a:off x="6731621" y="-2839081"/>
          <a:ext cx="837972" cy="67299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l-GR" sz="1200" b="1" kern="1200" dirty="0"/>
            <a:t>Bandwidth:</a:t>
          </a:r>
          <a:r>
            <a:rPr lang="el-GR" sz="1200" kern="1200" dirty="0"/>
            <a:t> 1 Mbps</a:t>
          </a:r>
          <a:r>
            <a:rPr lang="en-US" sz="1200" kern="1200" dirty="0"/>
            <a:t>.</a:t>
          </a:r>
          <a:r>
            <a:rPr lang="el-GR" sz="1200" kern="1200" dirty="0"/>
            <a:t>Το εύρος ζώνης είναι ο μέγιστος ρυθμός μεταφοράς δεδομένων.</a:t>
          </a:r>
          <a:br>
            <a:rPr lang="el-GR" sz="1200" kern="1200" dirty="0"/>
          </a:br>
          <a:r>
            <a:rPr lang="en-US" sz="1200" b="1" kern="1200" dirty="0"/>
            <a:t>Bandwidth </a:t>
          </a:r>
          <a:r>
            <a:rPr lang="el-GR" sz="1200" b="1" kern="1200" dirty="0"/>
            <a:t>σε </a:t>
          </a:r>
          <a:r>
            <a:rPr lang="en-US" sz="1200" b="1" kern="1200" dirty="0"/>
            <a:t>Bytes: </a:t>
          </a:r>
          <a:r>
            <a:rPr lang="en-US" sz="1200" kern="1200" dirty="0"/>
            <a:t>Bandwidth/8=125.000</a:t>
          </a:r>
          <a:br>
            <a:rPr lang="el-GR" sz="1200" kern="1200" dirty="0"/>
          </a:br>
          <a:r>
            <a:rPr lang="el-GR" sz="1200" b="1" kern="1200" dirty="0"/>
            <a:t>Propagation Delay:</a:t>
          </a:r>
          <a:r>
            <a:rPr lang="el-GR" sz="1200" kern="1200" dirty="0"/>
            <a:t> 50 ms. Καθυστέρηση διάδοσης είναι η χρονική διάρκεια που απαιτείται για να φτάσει ένα σήμα στον προορισμό του</a:t>
          </a:r>
          <a:r>
            <a:rPr lang="en-US" sz="1200" kern="1200" dirty="0"/>
            <a:t>.</a:t>
          </a:r>
          <a:r>
            <a:rPr lang="el-GR" sz="1200" kern="1200" dirty="0"/>
            <a:t>  </a:t>
          </a:r>
          <a:endParaRPr lang="en-US" sz="1200" kern="1200" dirty="0"/>
        </a:p>
      </dsp:txBody>
      <dsp:txXfrm rot="-5400000">
        <a:off x="3785615" y="147831"/>
        <a:ext cx="6689078" cy="756160"/>
      </dsp:txXfrm>
    </dsp:sp>
    <dsp:sp modelId="{1912DF6A-2585-4A61-90CF-3969A2906B4A}">
      <dsp:nvSpPr>
        <dsp:cNvPr id="0" name=""/>
        <dsp:cNvSpPr/>
      </dsp:nvSpPr>
      <dsp:spPr>
        <a:xfrm>
          <a:off x="0" y="2177"/>
          <a:ext cx="3785616" cy="104746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l-GR" sz="2000" b="1" kern="1200" dirty="0"/>
            <a:t>Ιδιότητες Σύνδεσης (Link Properties):</a:t>
          </a:r>
          <a:endParaRPr lang="en-US" sz="2000" kern="1200" dirty="0"/>
        </a:p>
      </dsp:txBody>
      <dsp:txXfrm>
        <a:off x="51133" y="53310"/>
        <a:ext cx="3683350" cy="945199"/>
      </dsp:txXfrm>
    </dsp:sp>
    <dsp:sp modelId="{4941C0ED-29C4-434A-A426-25C2D387BD79}">
      <dsp:nvSpPr>
        <dsp:cNvPr id="0" name=""/>
        <dsp:cNvSpPr/>
      </dsp:nvSpPr>
      <dsp:spPr>
        <a:xfrm rot="5400000">
          <a:off x="6731621" y="-1739242"/>
          <a:ext cx="837972" cy="67299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l-GR" sz="1200" b="1" kern="1200"/>
            <a:t>Packet Size:</a:t>
          </a:r>
          <a:r>
            <a:rPr lang="el-GR" sz="1200" kern="1200"/>
            <a:t> 1000 Bytes. Το μέγεθος κάθε πακέτου</a:t>
          </a:r>
          <a:endParaRPr lang="en-US" sz="1200" kern="1200"/>
        </a:p>
      </dsp:txBody>
      <dsp:txXfrm rot="-5400000">
        <a:off x="3785615" y="1247670"/>
        <a:ext cx="6689078" cy="756160"/>
      </dsp:txXfrm>
    </dsp:sp>
    <dsp:sp modelId="{E8B91188-4BE9-49E8-839D-C577A75DD324}">
      <dsp:nvSpPr>
        <dsp:cNvPr id="0" name=""/>
        <dsp:cNvSpPr/>
      </dsp:nvSpPr>
      <dsp:spPr>
        <a:xfrm>
          <a:off x="0" y="1102016"/>
          <a:ext cx="3785616" cy="104746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l-GR" sz="2000" b="1" kern="1200"/>
            <a:t>Ιδιότητες Κίνησης (Traffic Properties):</a:t>
          </a:r>
          <a:endParaRPr lang="en-US" sz="2000" kern="1200"/>
        </a:p>
      </dsp:txBody>
      <dsp:txXfrm>
        <a:off x="51133" y="1153149"/>
        <a:ext cx="3683350" cy="945199"/>
      </dsp:txXfrm>
    </dsp:sp>
    <dsp:sp modelId="{0B347050-530E-4D77-BD25-9718AF6A1990}">
      <dsp:nvSpPr>
        <dsp:cNvPr id="0" name=""/>
        <dsp:cNvSpPr/>
      </dsp:nvSpPr>
      <dsp:spPr>
        <a:xfrm rot="5400000">
          <a:off x="6731621" y="-639403"/>
          <a:ext cx="837972" cy="67299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l-GR" sz="1200" kern="1200" dirty="0"/>
            <a:t>Transmission Delay = Packet Size / Bandwidth</a:t>
          </a:r>
          <a:endParaRPr lang="en-US" sz="1200" kern="1200" dirty="0"/>
        </a:p>
        <a:p>
          <a:pPr marL="114300" lvl="1" indent="-114300" algn="l" defTabSz="533400">
            <a:lnSpc>
              <a:spcPct val="90000"/>
            </a:lnSpc>
            <a:spcBef>
              <a:spcPct val="0"/>
            </a:spcBef>
            <a:spcAft>
              <a:spcPct val="15000"/>
            </a:spcAft>
            <a:buChar char="•"/>
          </a:pPr>
          <a:r>
            <a:rPr lang="el-GR" sz="1200" kern="1200"/>
            <a:t>1000 Bytes / 125,000 Bytes/sec = 0.008 δευτερόλεπτα</a:t>
          </a:r>
          <a:endParaRPr lang="en-US" sz="1200" kern="1200"/>
        </a:p>
        <a:p>
          <a:pPr marL="114300" lvl="1" indent="-114300" algn="l" defTabSz="533400">
            <a:lnSpc>
              <a:spcPct val="90000"/>
            </a:lnSpc>
            <a:spcBef>
              <a:spcPct val="0"/>
            </a:spcBef>
            <a:spcAft>
              <a:spcPct val="15000"/>
            </a:spcAft>
            <a:buChar char="•"/>
          </a:pPr>
          <a:r>
            <a:rPr lang="el-GR" sz="1200" kern="1200"/>
            <a:t>Αυτό σημαίνει ότι ο router χρειάζεται </a:t>
          </a:r>
          <a:r>
            <a:rPr lang="el-GR" sz="1200" b="1" kern="1200"/>
            <a:t>8ms</a:t>
          </a:r>
          <a:r>
            <a:rPr lang="el-GR" sz="1200" kern="1200"/>
            <a:t> για να σπρώξει ένα ολόκληρο πακέτο στη γραμμή.</a:t>
          </a:r>
          <a:endParaRPr lang="en-US" sz="1200" kern="1200"/>
        </a:p>
      </dsp:txBody>
      <dsp:txXfrm rot="-5400000">
        <a:off x="3785615" y="2347509"/>
        <a:ext cx="6689078" cy="756160"/>
      </dsp:txXfrm>
    </dsp:sp>
    <dsp:sp modelId="{DBB92D28-5C5A-451E-B08C-842B1CA6E3DB}">
      <dsp:nvSpPr>
        <dsp:cNvPr id="0" name=""/>
        <dsp:cNvSpPr/>
      </dsp:nvSpPr>
      <dsp:spPr>
        <a:xfrm>
          <a:off x="0" y="2201855"/>
          <a:ext cx="3785616" cy="104746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l-GR" sz="2000" b="1" kern="1200"/>
            <a:t>Υπολογίζουμε τον Χρόνο Εξυπηρέτησης (Service Time):</a:t>
          </a:r>
          <a:endParaRPr lang="en-US" sz="2000" kern="1200"/>
        </a:p>
      </dsp:txBody>
      <dsp:txXfrm>
        <a:off x="51133" y="2252988"/>
        <a:ext cx="3683350" cy="945199"/>
      </dsp:txXfrm>
    </dsp:sp>
    <dsp:sp modelId="{1A98226B-975D-417E-8BB5-F849EC8BE9C1}">
      <dsp:nvSpPr>
        <dsp:cNvPr id="0" name=""/>
        <dsp:cNvSpPr/>
      </dsp:nvSpPr>
      <dsp:spPr>
        <a:xfrm rot="5400000">
          <a:off x="6731621" y="460435"/>
          <a:ext cx="837972" cy="672998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l-GR" sz="1200" kern="1200"/>
            <a:t>Packet Interval = 0.005 δευτερόλεπτα</a:t>
          </a:r>
          <a:endParaRPr lang="en-US" sz="1200" kern="1200"/>
        </a:p>
        <a:p>
          <a:pPr marL="114300" lvl="1" indent="-114300" algn="l" defTabSz="533400">
            <a:lnSpc>
              <a:spcPct val="90000"/>
            </a:lnSpc>
            <a:spcBef>
              <a:spcPct val="0"/>
            </a:spcBef>
            <a:spcAft>
              <a:spcPct val="15000"/>
            </a:spcAft>
            <a:buChar char="•"/>
          </a:pPr>
          <a:r>
            <a:rPr lang="el-GR" sz="1200" kern="1200" dirty="0"/>
            <a:t>Η πηγή στέλνει ένα νέο πακέτο κάθε </a:t>
          </a:r>
          <a:r>
            <a:rPr lang="el-GR" sz="1200" b="1" kern="1200" dirty="0"/>
            <a:t>5ms</a:t>
          </a:r>
          <a:r>
            <a:rPr lang="el-GR" sz="1200" kern="1200" dirty="0"/>
            <a:t>.</a:t>
          </a:r>
          <a:endParaRPr lang="en-US" sz="1200" kern="1200" dirty="0"/>
        </a:p>
      </dsp:txBody>
      <dsp:txXfrm rot="-5400000">
        <a:off x="3785615" y="3447347"/>
        <a:ext cx="6689078" cy="756160"/>
      </dsp:txXfrm>
    </dsp:sp>
    <dsp:sp modelId="{4C3C8293-E665-422C-8F53-BB15BCE73427}">
      <dsp:nvSpPr>
        <dsp:cNvPr id="0" name=""/>
        <dsp:cNvSpPr/>
      </dsp:nvSpPr>
      <dsp:spPr>
        <a:xfrm>
          <a:off x="0" y="3301694"/>
          <a:ext cx="3785616" cy="104746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l-GR" sz="2000" b="1" kern="1200"/>
            <a:t>Ορίζουμε τον Ρυθμό Αφίξεων (Arrival Rate):</a:t>
          </a:r>
          <a:endParaRPr lang="en-US" sz="2000" kern="1200"/>
        </a:p>
      </dsp:txBody>
      <dsp:txXfrm>
        <a:off x="51133" y="3352827"/>
        <a:ext cx="3683350" cy="9451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753130-AE30-41EC-B394-F7DC1B4D36ED}">
      <dsp:nvSpPr>
        <dsp:cNvPr id="0" name=""/>
        <dsp:cNvSpPr/>
      </dsp:nvSpPr>
      <dsp:spPr>
        <a:xfrm>
          <a:off x="32" y="342995"/>
          <a:ext cx="3063216" cy="650941"/>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l-GR" sz="1800" b="1" kern="1200" dirty="0"/>
            <a:t>Δημιουργία Ουράς (Queue):</a:t>
          </a:r>
          <a:endParaRPr lang="en-US" sz="1800" kern="1200" dirty="0"/>
        </a:p>
      </dsp:txBody>
      <dsp:txXfrm>
        <a:off x="32" y="342995"/>
        <a:ext cx="3063216" cy="650941"/>
      </dsp:txXfrm>
    </dsp:sp>
    <dsp:sp modelId="{1400ABC8-4834-4369-A823-93DBC3FB5483}">
      <dsp:nvSpPr>
        <dsp:cNvPr id="0" name=""/>
        <dsp:cNvSpPr/>
      </dsp:nvSpPr>
      <dsp:spPr>
        <a:xfrm>
          <a:off x="32" y="993936"/>
          <a:ext cx="3063216" cy="4209114"/>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l-GR" sz="1800" kern="1200" dirty="0"/>
            <a:t>Χρησιμοποιήσαμε το simpy.Store για να μοντελοποιήσουμε την ουρά του router.</a:t>
          </a:r>
          <a:br>
            <a:rPr lang="en-US" sz="1800" kern="1200" dirty="0"/>
          </a:br>
          <a:endParaRPr lang="en-US" sz="1800" kern="1200" dirty="0"/>
        </a:p>
        <a:p>
          <a:pPr marL="171450" lvl="1" indent="-171450" algn="l" defTabSz="800100">
            <a:lnSpc>
              <a:spcPct val="90000"/>
            </a:lnSpc>
            <a:spcBef>
              <a:spcPct val="0"/>
            </a:spcBef>
            <a:spcAft>
              <a:spcPct val="15000"/>
            </a:spcAft>
            <a:buChar char="•"/>
          </a:pPr>
          <a:r>
            <a:rPr lang="el-GR" sz="1800" kern="1200"/>
            <a:t>Ορίσαμε </a:t>
          </a:r>
          <a:r>
            <a:rPr lang="el-GR" sz="1800" b="1" kern="1200"/>
            <a:t>περιορισμένο μέγεθος:</a:t>
          </a:r>
          <a:r>
            <a:rPr lang="el-GR" sz="1800" kern="1200"/>
            <a:t> QUEUE_SIZE = 10 πακέτα.</a:t>
          </a:r>
          <a:endParaRPr lang="en-US" sz="1800" kern="1200"/>
        </a:p>
      </dsp:txBody>
      <dsp:txXfrm>
        <a:off x="32" y="993936"/>
        <a:ext cx="3063216" cy="4209114"/>
      </dsp:txXfrm>
    </dsp:sp>
    <dsp:sp modelId="{36ECB3A1-0C4A-4450-8DB7-EDDAD169D94D}">
      <dsp:nvSpPr>
        <dsp:cNvPr id="0" name=""/>
        <dsp:cNvSpPr/>
      </dsp:nvSpPr>
      <dsp:spPr>
        <a:xfrm>
          <a:off x="3492098" y="342995"/>
          <a:ext cx="3063216" cy="650941"/>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l-GR" sz="1800" b="1" kern="1200"/>
            <a:t>Η Λογική του Router:</a:t>
          </a:r>
          <a:endParaRPr lang="en-US" sz="1800" kern="1200"/>
        </a:p>
      </dsp:txBody>
      <dsp:txXfrm>
        <a:off x="3492098" y="342995"/>
        <a:ext cx="3063216" cy="650941"/>
      </dsp:txXfrm>
    </dsp:sp>
    <dsp:sp modelId="{8F030C2D-433D-4872-B4E3-B88E6256E6B8}">
      <dsp:nvSpPr>
        <dsp:cNvPr id="0" name=""/>
        <dsp:cNvSpPr/>
      </dsp:nvSpPr>
      <dsp:spPr>
        <a:xfrm>
          <a:off x="3492098" y="993936"/>
          <a:ext cx="3063216" cy="4209114"/>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l-GR" sz="1800" b="1" kern="1200"/>
            <a:t>Όταν ένα πακέτο φτάνει:</a:t>
          </a:r>
          <a:endParaRPr lang="en-US" sz="1800" kern="1200"/>
        </a:p>
        <a:p>
          <a:pPr marL="342900" lvl="2" indent="-171450" algn="l" defTabSz="800100">
            <a:lnSpc>
              <a:spcPct val="90000"/>
            </a:lnSpc>
            <a:spcBef>
              <a:spcPct val="0"/>
            </a:spcBef>
            <a:spcAft>
              <a:spcPct val="15000"/>
            </a:spcAft>
            <a:buChar char="•"/>
          </a:pPr>
          <a:r>
            <a:rPr lang="el-GR" sz="1800" b="1" kern="1200"/>
            <a:t>Ερώτηση:</a:t>
          </a:r>
          <a:r>
            <a:rPr lang="el-GR" sz="1800" kern="1200"/>
            <a:t> Υπάρχει χώρος στην ουρά;</a:t>
          </a:r>
          <a:endParaRPr lang="en-US" sz="1800" kern="1200"/>
        </a:p>
        <a:p>
          <a:pPr marL="342900" lvl="2" indent="-171450" algn="l" defTabSz="800100">
            <a:lnSpc>
              <a:spcPct val="90000"/>
            </a:lnSpc>
            <a:spcBef>
              <a:spcPct val="0"/>
            </a:spcBef>
            <a:spcAft>
              <a:spcPct val="15000"/>
            </a:spcAft>
            <a:buChar char="•"/>
          </a:pPr>
          <a:r>
            <a:rPr lang="el-GR" sz="1800" b="1" kern="1200"/>
            <a:t>Αν ΝΑΙ:</a:t>
          </a:r>
          <a:r>
            <a:rPr lang="el-GR" sz="1800" kern="1200"/>
            <a:t> Το πακέτο μπαίνει στην ουρά για να περιμένει τη σειρά του.</a:t>
          </a:r>
          <a:endParaRPr lang="en-US" sz="1800" kern="1200"/>
        </a:p>
        <a:p>
          <a:pPr marL="342900" lvl="2" indent="-171450" algn="l" defTabSz="800100">
            <a:lnSpc>
              <a:spcPct val="90000"/>
            </a:lnSpc>
            <a:spcBef>
              <a:spcPct val="0"/>
            </a:spcBef>
            <a:spcAft>
              <a:spcPct val="15000"/>
            </a:spcAft>
            <a:buChar char="•"/>
          </a:pPr>
          <a:r>
            <a:rPr lang="el-GR" sz="1800" b="1" kern="1200"/>
            <a:t>Αν ΟΧΙ:</a:t>
          </a:r>
          <a:r>
            <a:rPr lang="el-GR" sz="1800" kern="1200"/>
            <a:t> Το πακέτο απορρίπτεται (</a:t>
          </a:r>
          <a:r>
            <a:rPr lang="el-GR" sz="1800" b="1" kern="1200"/>
            <a:t>Packet Drop</a:t>
          </a:r>
          <a:r>
            <a:rPr lang="el-GR" sz="1800" kern="1200"/>
            <a:t>) και καταγράφεται.</a:t>
          </a:r>
          <a:endParaRPr lang="en-US" sz="1800" kern="1200"/>
        </a:p>
        <a:p>
          <a:pPr marL="171450" lvl="1" indent="-171450" algn="l" defTabSz="800100">
            <a:lnSpc>
              <a:spcPct val="90000"/>
            </a:lnSpc>
            <a:spcBef>
              <a:spcPct val="0"/>
            </a:spcBef>
            <a:spcAft>
              <a:spcPct val="15000"/>
            </a:spcAft>
            <a:buChar char="•"/>
          </a:pPr>
          <a:r>
            <a:rPr lang="el-GR" sz="1800" b="1" kern="1200"/>
            <a:t>Διαδικασία Αποστολής:</a:t>
          </a:r>
          <a:r>
            <a:rPr lang="el-GR" sz="1800" kern="1200"/>
            <a:t> Ο router αφαιρεί πακέτα από την ουρά (με σειρά First-In-First-Out) και τα στέλνει, προσομοιώνοντας την καθυστέρηση μετάδοσης.</a:t>
          </a:r>
          <a:endParaRPr lang="en-US" sz="1800" kern="1200"/>
        </a:p>
      </dsp:txBody>
      <dsp:txXfrm>
        <a:off x="3492098" y="993936"/>
        <a:ext cx="3063216" cy="420911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A5AB4B-4F92-4C5B-A2B6-662ED39B0F75}">
      <dsp:nvSpPr>
        <dsp:cNvPr id="0" name=""/>
        <dsp:cNvSpPr/>
      </dsp:nvSpPr>
      <dsp:spPr>
        <a:xfrm>
          <a:off x="5130" y="0"/>
          <a:ext cx="10505339" cy="1325563"/>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89535" rIns="179070" bIns="89535" numCol="1" spcCol="1270" anchor="ctr" anchorCtr="0">
          <a:noAutofit/>
        </a:bodyPr>
        <a:lstStyle/>
        <a:p>
          <a:pPr marL="0" lvl="0" indent="0" algn="ctr" defTabSz="2089150">
            <a:lnSpc>
              <a:spcPct val="90000"/>
            </a:lnSpc>
            <a:spcBef>
              <a:spcPct val="0"/>
            </a:spcBef>
            <a:spcAft>
              <a:spcPct val="35000"/>
            </a:spcAft>
            <a:buNone/>
          </a:pPr>
          <a:r>
            <a:rPr lang="el-GR" sz="4700" b="1" kern="1200" dirty="0"/>
            <a:t>Μέτρηση της  Απόδοσης του Δικτύου</a:t>
          </a:r>
          <a:endParaRPr lang="en-US" sz="4700" kern="1200" dirty="0"/>
        </a:p>
      </dsp:txBody>
      <dsp:txXfrm>
        <a:off x="69839" y="64709"/>
        <a:ext cx="10375921" cy="119614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C805D7-36B9-4420-B035-C010A0B45C51}">
      <dsp:nvSpPr>
        <dsp:cNvPr id="0" name=""/>
        <dsp:cNvSpPr/>
      </dsp:nvSpPr>
      <dsp:spPr>
        <a:xfrm>
          <a:off x="0" y="252803"/>
          <a:ext cx="10515600" cy="5953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16127" tIns="291592" rIns="816127" bIns="99568" numCol="1" spcCol="1270" anchor="t" anchorCtr="0">
          <a:noAutofit/>
        </a:bodyPr>
        <a:lstStyle/>
        <a:p>
          <a:pPr marL="114300" lvl="1" indent="-114300" algn="l" defTabSz="622300">
            <a:lnSpc>
              <a:spcPct val="90000"/>
            </a:lnSpc>
            <a:spcBef>
              <a:spcPct val="0"/>
            </a:spcBef>
            <a:spcAft>
              <a:spcPct val="15000"/>
            </a:spcAft>
            <a:buChar char="•"/>
          </a:pPr>
          <a:r>
            <a:rPr lang="el-GR" sz="1400" kern="1200"/>
            <a:t>Πόσο χρόνο χρειάστηκε κάθε πακέτο για να φτάσει.</a:t>
          </a:r>
          <a:endParaRPr lang="en-US" sz="1400" kern="1200"/>
        </a:p>
      </dsp:txBody>
      <dsp:txXfrm>
        <a:off x="0" y="252803"/>
        <a:ext cx="10515600" cy="595350"/>
      </dsp:txXfrm>
    </dsp:sp>
    <dsp:sp modelId="{98076C02-92D9-4869-89E9-8EB6B5493D57}">
      <dsp:nvSpPr>
        <dsp:cNvPr id="0" name=""/>
        <dsp:cNvSpPr/>
      </dsp:nvSpPr>
      <dsp:spPr>
        <a:xfrm>
          <a:off x="525780" y="46163"/>
          <a:ext cx="7360920" cy="41328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622300">
            <a:lnSpc>
              <a:spcPct val="90000"/>
            </a:lnSpc>
            <a:spcBef>
              <a:spcPct val="0"/>
            </a:spcBef>
            <a:spcAft>
              <a:spcPct val="35000"/>
            </a:spcAft>
            <a:buNone/>
          </a:pPr>
          <a:r>
            <a:rPr lang="el-GR" sz="1400" b="1" kern="1200"/>
            <a:t>End-to-End Delay (ανά πακέτο):</a:t>
          </a:r>
          <a:endParaRPr lang="en-US" sz="1400" kern="1200"/>
        </a:p>
      </dsp:txBody>
      <dsp:txXfrm>
        <a:off x="545955" y="66338"/>
        <a:ext cx="7320570" cy="372930"/>
      </dsp:txXfrm>
    </dsp:sp>
    <dsp:sp modelId="{C4A55BBD-202E-4016-912C-11F1A128AFA6}">
      <dsp:nvSpPr>
        <dsp:cNvPr id="0" name=""/>
        <dsp:cNvSpPr/>
      </dsp:nvSpPr>
      <dsp:spPr>
        <a:xfrm>
          <a:off x="0" y="1130393"/>
          <a:ext cx="10515600" cy="8158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16127" tIns="291592" rIns="816127" bIns="99568" numCol="1" spcCol="1270" anchor="t" anchorCtr="0">
          <a:noAutofit/>
        </a:bodyPr>
        <a:lstStyle/>
        <a:p>
          <a:pPr marL="114300" lvl="1" indent="-114300" algn="l" defTabSz="622300">
            <a:lnSpc>
              <a:spcPct val="90000"/>
            </a:lnSpc>
            <a:spcBef>
              <a:spcPct val="0"/>
            </a:spcBef>
            <a:spcAft>
              <a:spcPct val="15000"/>
            </a:spcAft>
            <a:buChar char="•"/>
          </a:pPr>
          <a:r>
            <a:rPr lang="el-GR" sz="1400" kern="1200"/>
            <a:t>Πόσα πακέτα βρίσκονται στην ουρά του router σε κάθε χρονική στιγμή.</a:t>
          </a:r>
          <a:endParaRPr lang="en-US" sz="1400" kern="1200"/>
        </a:p>
        <a:p>
          <a:pPr marL="114300" lvl="1" indent="-114300" algn="l" defTabSz="622300">
            <a:lnSpc>
              <a:spcPct val="90000"/>
            </a:lnSpc>
            <a:spcBef>
              <a:spcPct val="0"/>
            </a:spcBef>
            <a:spcAft>
              <a:spcPct val="15000"/>
            </a:spcAft>
            <a:buChar char="•"/>
          </a:pPr>
          <a:r>
            <a:rPr lang="el-GR" sz="1400" kern="1200"/>
            <a:t>Χρησιμοποιήσαμε μια ξεχωριστή διαδικασία monitor_queue_size για τη δειγματοληψία.</a:t>
          </a:r>
          <a:endParaRPr lang="en-US" sz="1400" kern="1200"/>
        </a:p>
      </dsp:txBody>
      <dsp:txXfrm>
        <a:off x="0" y="1130393"/>
        <a:ext cx="10515600" cy="815850"/>
      </dsp:txXfrm>
    </dsp:sp>
    <dsp:sp modelId="{A290E6E5-C88A-4986-9E7A-23584EEA9F68}">
      <dsp:nvSpPr>
        <dsp:cNvPr id="0" name=""/>
        <dsp:cNvSpPr/>
      </dsp:nvSpPr>
      <dsp:spPr>
        <a:xfrm>
          <a:off x="525780" y="923753"/>
          <a:ext cx="7360920" cy="41328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622300">
            <a:lnSpc>
              <a:spcPct val="90000"/>
            </a:lnSpc>
            <a:spcBef>
              <a:spcPct val="0"/>
            </a:spcBef>
            <a:spcAft>
              <a:spcPct val="35000"/>
            </a:spcAft>
            <a:buNone/>
          </a:pPr>
          <a:r>
            <a:rPr lang="el-GR" sz="1400" b="1" kern="1200"/>
            <a:t>Queue Size (με την πάροδο του χρόνου):</a:t>
          </a:r>
          <a:endParaRPr lang="en-US" sz="1400" kern="1200"/>
        </a:p>
      </dsp:txBody>
      <dsp:txXfrm>
        <a:off x="545955" y="943928"/>
        <a:ext cx="7320570" cy="372930"/>
      </dsp:txXfrm>
    </dsp:sp>
    <dsp:sp modelId="{7B57F37D-A974-47D3-9B50-579A1C12729B}">
      <dsp:nvSpPr>
        <dsp:cNvPr id="0" name=""/>
        <dsp:cNvSpPr/>
      </dsp:nvSpPr>
      <dsp:spPr>
        <a:xfrm>
          <a:off x="0" y="2228483"/>
          <a:ext cx="10515600" cy="8158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16127" tIns="291592" rIns="816127" bIns="99568" numCol="1" spcCol="1270" anchor="t" anchorCtr="0">
          <a:noAutofit/>
        </a:bodyPr>
        <a:lstStyle/>
        <a:p>
          <a:pPr marL="114300" lvl="1" indent="-114300" algn="l" defTabSz="622300">
            <a:lnSpc>
              <a:spcPct val="90000"/>
            </a:lnSpc>
            <a:spcBef>
              <a:spcPct val="0"/>
            </a:spcBef>
            <a:spcAft>
              <a:spcPct val="15000"/>
            </a:spcAft>
            <a:buChar char="•"/>
          </a:pPr>
          <a:r>
            <a:rPr lang="el-GR" sz="1400" kern="1200"/>
            <a:t>Το ποσοστό των πακέτων που απορρίφθηκαν επειδή η ουρά ήταν γεμάτη.</a:t>
          </a:r>
          <a:endParaRPr lang="en-US" sz="1400" kern="1200"/>
        </a:p>
        <a:p>
          <a:pPr marL="114300" lvl="1" indent="-114300" algn="l" defTabSz="622300">
            <a:lnSpc>
              <a:spcPct val="90000"/>
            </a:lnSpc>
            <a:spcBef>
              <a:spcPct val="0"/>
            </a:spcBef>
            <a:spcAft>
              <a:spcPct val="15000"/>
            </a:spcAft>
            <a:buChar char="•"/>
          </a:pPr>
          <a:r>
            <a:rPr lang="el-GR" sz="1400" b="1" kern="1200"/>
            <a:t>Τύπος:</a:t>
          </a:r>
          <a:r>
            <a:rPr lang="el-GR" sz="1400" kern="1200"/>
            <a:t> (Σύνολο Απορρίψεων / Σύνολο Αποστολών) * 100</a:t>
          </a:r>
          <a:endParaRPr lang="en-US" sz="1400" kern="1200"/>
        </a:p>
      </dsp:txBody>
      <dsp:txXfrm>
        <a:off x="0" y="2228483"/>
        <a:ext cx="10515600" cy="815850"/>
      </dsp:txXfrm>
    </dsp:sp>
    <dsp:sp modelId="{D0D30DD5-655B-426A-B62F-E1D3182EED69}">
      <dsp:nvSpPr>
        <dsp:cNvPr id="0" name=""/>
        <dsp:cNvSpPr/>
      </dsp:nvSpPr>
      <dsp:spPr>
        <a:xfrm>
          <a:off x="525780" y="2021843"/>
          <a:ext cx="7360920" cy="41328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622300">
            <a:lnSpc>
              <a:spcPct val="90000"/>
            </a:lnSpc>
            <a:spcBef>
              <a:spcPct val="0"/>
            </a:spcBef>
            <a:spcAft>
              <a:spcPct val="35000"/>
            </a:spcAft>
            <a:buNone/>
          </a:pPr>
          <a:r>
            <a:rPr lang="el-GR" sz="1400" b="1" kern="1200"/>
            <a:t>Packet Loss Rate (%):</a:t>
          </a:r>
          <a:endParaRPr lang="en-US" sz="1400" kern="1200"/>
        </a:p>
      </dsp:txBody>
      <dsp:txXfrm>
        <a:off x="545955" y="2042018"/>
        <a:ext cx="7320570" cy="372930"/>
      </dsp:txXfrm>
    </dsp:sp>
    <dsp:sp modelId="{BD4E4C64-7F6E-4910-83D7-7E9D8D90A9D4}">
      <dsp:nvSpPr>
        <dsp:cNvPr id="0" name=""/>
        <dsp:cNvSpPr/>
      </dsp:nvSpPr>
      <dsp:spPr>
        <a:xfrm>
          <a:off x="0" y="3326573"/>
          <a:ext cx="10515600" cy="8158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16127" tIns="291592" rIns="816127" bIns="99568" numCol="1" spcCol="1270" anchor="t" anchorCtr="0">
          <a:noAutofit/>
        </a:bodyPr>
        <a:lstStyle/>
        <a:p>
          <a:pPr marL="114300" lvl="1" indent="-114300" algn="l" defTabSz="622300">
            <a:lnSpc>
              <a:spcPct val="90000"/>
            </a:lnSpc>
            <a:spcBef>
              <a:spcPct val="0"/>
            </a:spcBef>
            <a:spcAft>
              <a:spcPct val="15000"/>
            </a:spcAft>
            <a:buChar char="•"/>
          </a:pPr>
          <a:r>
            <a:rPr lang="el-GR" sz="1400" kern="1200"/>
            <a:t>Ο </a:t>
          </a:r>
          <a:r>
            <a:rPr lang="el-GR" sz="1400" b="1" kern="1200"/>
            <a:t>πραγματικός</a:t>
          </a:r>
          <a:r>
            <a:rPr lang="el-GR" sz="1400" kern="1200"/>
            <a:t> ρυθμός δεδομένων που έφτασαν επιτυχώς στον προορισμό.</a:t>
          </a:r>
          <a:endParaRPr lang="en-US" sz="1400" kern="1200"/>
        </a:p>
        <a:p>
          <a:pPr marL="114300" lvl="1" indent="-114300" algn="l" defTabSz="622300">
            <a:lnSpc>
              <a:spcPct val="90000"/>
            </a:lnSpc>
            <a:spcBef>
              <a:spcPct val="0"/>
            </a:spcBef>
            <a:spcAft>
              <a:spcPct val="15000"/>
            </a:spcAft>
            <a:buChar char="•"/>
          </a:pPr>
          <a:r>
            <a:rPr lang="el-GR" sz="1400" b="1" kern="1200"/>
            <a:t>Τύπος:</a:t>
          </a:r>
          <a:r>
            <a:rPr lang="el-GR" sz="1400" kern="1200"/>
            <a:t> (Συνολικά Bits που λήφθηκαν) / (Συνολικός Χρόνος)</a:t>
          </a:r>
          <a:endParaRPr lang="en-US" sz="1400" kern="1200"/>
        </a:p>
      </dsp:txBody>
      <dsp:txXfrm>
        <a:off x="0" y="3326573"/>
        <a:ext cx="10515600" cy="815850"/>
      </dsp:txXfrm>
    </dsp:sp>
    <dsp:sp modelId="{F1EB2861-F0AC-4A7F-B732-D4F9C9A4D1D2}">
      <dsp:nvSpPr>
        <dsp:cNvPr id="0" name=""/>
        <dsp:cNvSpPr/>
      </dsp:nvSpPr>
      <dsp:spPr>
        <a:xfrm>
          <a:off x="525780" y="3119933"/>
          <a:ext cx="7360920" cy="41328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622300">
            <a:lnSpc>
              <a:spcPct val="90000"/>
            </a:lnSpc>
            <a:spcBef>
              <a:spcPct val="0"/>
            </a:spcBef>
            <a:spcAft>
              <a:spcPct val="35000"/>
            </a:spcAft>
            <a:buNone/>
          </a:pPr>
          <a:r>
            <a:rPr lang="el-GR" sz="1400" b="1" kern="1200" dirty="0"/>
            <a:t>Throughput (Mbps):</a:t>
          </a:r>
          <a:endParaRPr lang="en-US" sz="1400" kern="1200" dirty="0"/>
        </a:p>
      </dsp:txBody>
      <dsp:txXfrm>
        <a:off x="545955" y="3140108"/>
        <a:ext cx="7320570" cy="37293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13CE35-6AA3-4FC9-84DE-C7DD9195C734}">
      <dsp:nvSpPr>
        <dsp:cNvPr id="0" name=""/>
        <dsp:cNvSpPr/>
      </dsp:nvSpPr>
      <dsp:spPr>
        <a:xfrm>
          <a:off x="0" y="28256"/>
          <a:ext cx="3981854" cy="2160000"/>
        </a:xfrm>
        <a:prstGeom prst="rightArrow">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97A7518-0BA5-42B0-BBE4-E290CE251132}">
      <dsp:nvSpPr>
        <dsp:cNvPr id="0" name=""/>
        <dsp:cNvSpPr/>
      </dsp:nvSpPr>
      <dsp:spPr>
        <a:xfrm>
          <a:off x="95168" y="707484"/>
          <a:ext cx="3262476" cy="108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84480" rIns="0" bIns="2844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chemeClr val="bg1"/>
              </a:solidFill>
            </a:rPr>
            <a:t>Απ</a:t>
          </a:r>
          <a:r>
            <a:rPr lang="en-US" sz="2800" b="1" kern="1200" dirty="0" err="1">
              <a:solidFill>
                <a:schemeClr val="bg1"/>
              </a:solidFill>
            </a:rPr>
            <a:t>οτελέσμ</a:t>
          </a:r>
          <a:r>
            <a:rPr lang="en-US" sz="2800" b="1" kern="1200" dirty="0">
              <a:solidFill>
                <a:schemeClr val="bg1"/>
              </a:solidFill>
            </a:rPr>
            <a:t>ατα &amp; Γραφήματα</a:t>
          </a:r>
          <a:br>
            <a:rPr lang="en-US" sz="2800" b="1" kern="1200" dirty="0"/>
          </a:br>
          <a:endParaRPr lang="en-US" sz="2800" kern="1200" dirty="0"/>
        </a:p>
      </dsp:txBody>
      <dsp:txXfrm>
        <a:off x="95168" y="707484"/>
        <a:ext cx="3262476" cy="1080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13CE35-6AA3-4FC9-84DE-C7DD9195C734}">
      <dsp:nvSpPr>
        <dsp:cNvPr id="0" name=""/>
        <dsp:cNvSpPr/>
      </dsp:nvSpPr>
      <dsp:spPr>
        <a:xfrm>
          <a:off x="0" y="28256"/>
          <a:ext cx="3981854" cy="2160000"/>
        </a:xfrm>
        <a:prstGeom prst="rightArrow">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97A7518-0BA5-42B0-BBE4-E290CE251132}">
      <dsp:nvSpPr>
        <dsp:cNvPr id="0" name=""/>
        <dsp:cNvSpPr/>
      </dsp:nvSpPr>
      <dsp:spPr>
        <a:xfrm>
          <a:off x="95168" y="707484"/>
          <a:ext cx="3262476" cy="108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84480" rIns="0" bIns="284480" numCol="1" spcCol="1270" anchor="ctr" anchorCtr="0">
          <a:noAutofit/>
        </a:bodyPr>
        <a:lstStyle/>
        <a:p>
          <a:pPr marL="0" lvl="0" indent="0" algn="ctr" defTabSz="1244600">
            <a:lnSpc>
              <a:spcPct val="90000"/>
            </a:lnSpc>
            <a:spcBef>
              <a:spcPct val="0"/>
            </a:spcBef>
            <a:spcAft>
              <a:spcPct val="35000"/>
            </a:spcAft>
            <a:buNone/>
          </a:pPr>
          <a:r>
            <a:rPr lang="en-US" sz="2800" b="1" kern="1200" dirty="0">
              <a:solidFill>
                <a:schemeClr val="bg1"/>
              </a:solidFill>
            </a:rPr>
            <a:t>Απ</a:t>
          </a:r>
          <a:r>
            <a:rPr lang="en-US" sz="2800" b="1" kern="1200" dirty="0" err="1">
              <a:solidFill>
                <a:schemeClr val="bg1"/>
              </a:solidFill>
            </a:rPr>
            <a:t>οτελέσμ</a:t>
          </a:r>
          <a:r>
            <a:rPr lang="en-US" sz="2800" b="1" kern="1200" dirty="0">
              <a:solidFill>
                <a:schemeClr val="bg1"/>
              </a:solidFill>
            </a:rPr>
            <a:t>ατα &amp; Γραφήματα</a:t>
          </a:r>
          <a:br>
            <a:rPr lang="en-US" sz="2800" b="1" kern="1200" dirty="0"/>
          </a:br>
          <a:endParaRPr lang="en-US" sz="2800" kern="1200" dirty="0"/>
        </a:p>
      </dsp:txBody>
      <dsp:txXfrm>
        <a:off x="95168" y="707484"/>
        <a:ext cx="3262476" cy="1080000"/>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Process3">
  <dgm:title val=""/>
  <dgm:desc val=""/>
  <dgm:catLst>
    <dgm:cat type="process" pri="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chOrder="t">
    <dgm:varLst>
      <dgm:dir/>
      <dgm:animLvl val="lvl"/>
      <dgm:resizeHandles val="exact"/>
    </dgm:varLst>
    <dgm:alg type="composite"/>
    <dgm:shape xmlns:r="http://schemas.openxmlformats.org/officeDocument/2006/relationships" r:blip="">
      <dgm:adjLst/>
    </dgm:shape>
    <dgm:presOf/>
    <dgm:constrLst>
      <dgm:constr type="w" for="ch" forName="dummy" refType="w"/>
      <dgm:constr type="h" for="ch" forName="dummy" refType="h"/>
      <dgm:constr type="h" for="ch" forName="dummy" refType="w" refFor="ch" refForName="dummy" op="lte" fact="0.4"/>
      <dgm:constr type="ctrX" for="ch" forName="dummy" refType="w" fact="0.5"/>
      <dgm:constr type="ctrY" for="ch" forName="dummy" refType="h" fact="0.5"/>
      <dgm:constr type="w" for="ch" forName="linH" refType="w"/>
      <dgm:constr type="h" for="ch" forName="linH" refType="h"/>
      <dgm:constr type="ctrX" for="ch" forName="linH" refType="w" fact="0.5"/>
      <dgm:constr type="ctrY" for="ch" forName="linH" refType="h" fact="0.5"/>
      <dgm:constr type="userP" for="ch" forName="linH" refType="h" refFor="ch" refForName="dummy" fact="0.25"/>
      <dgm:constr type="userT" for="des" forName="parTx" refType="w" refFor="ch" refForName="dummy" fact="0.2"/>
    </dgm:constrLst>
    <dgm:ruleLst/>
    <dgm:layoutNode name="dummy">
      <dgm:alg type="sp"/>
      <dgm:shape xmlns:r="http://schemas.openxmlformats.org/officeDocument/2006/relationships" r:blip="">
        <dgm:adjLst/>
      </dgm:shape>
      <dgm:presOf/>
      <dgm:constrLst/>
      <dgm:ruleLst/>
    </dgm:layoutNode>
    <dgm:layoutNode name="linH">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primFontSz" for="des" forName="parTx" val="65"/>
        <dgm:constr type="primFontSz" for="des" forName="desTx" refType="primFontSz" refFor="des" refForName="parTx" op="equ"/>
        <dgm:constr type="h" for="des" forName="parTx" refType="primFontSz" refFor="des" refForName="parTx"/>
        <dgm:constr type="h" for="des" forName="desTx" refType="primFontSz" refFor="des" refForName="parTx" fact="0.5"/>
        <dgm:constr type="h" for="des" forName="parTx" op="equ"/>
        <dgm:constr type="h" for="des" forName="desTx" op="equ"/>
        <dgm:constr type="h" for="ch" forName="backgroundArrow" refType="primFontSz" refFor="des" refForName="parTx" fact="2"/>
        <dgm:constr type="h" for="ch" forName="backgroundArrow" refType="h" refFor="des" refForName="parTx" op="lte" fact="2"/>
        <dgm:constr type="h" for="ch" forName="backgroundArrow" refType="h" refFor="des" refForName="parTx" op="gte" fact="2"/>
        <dgm:constr type="h" for="des" forName="spVertical1" refType="primFontSz" refFor="des" refForName="parTx" fact="0.5"/>
        <dgm:constr type="h" for="des" forName="spVertical1" refType="h" refFor="des" refForName="parTx" op="lte" fact="0.5"/>
        <dgm:constr type="h" for="des" forName="spVertical1" refType="h" refFor="des" refForName="parTx" op="gte" fact="0.5"/>
        <dgm:constr type="h" for="des" forName="spVertical2" refType="primFontSz" refFor="des" refForName="parTx" fact="0.5"/>
        <dgm:constr type="h" for="des" forName="spVertical2" refType="h" refFor="des" refForName="parTx" op="lte" fact="0.5"/>
        <dgm:constr type="h" for="des" forName="spVertical2" refType="h" refFor="des" refForName="parTx" op="gte" fact="0.5"/>
        <dgm:constr type="h" for="des" forName="spVertical3" refType="primFontSz" refFor="des" refForName="parTx" fact="-0.4"/>
        <dgm:constr type="h" for="des" forName="spVertical3" refType="h" refFor="des" refForName="parTx" op="lte" fact="-0.4"/>
        <dgm:constr type="h" for="des" forName="spVertical3" refType="h" refFor="des" refForName="parTx" op="gte" fact="-0.4"/>
        <dgm:constr type="w" for="ch" forName="backgroundArrow" refType="w"/>
        <dgm:constr type="w" for="ch" forName="negArrow" refType="w" fact="-1"/>
        <dgm:constr type="w" for="ch" forName="linV" refType="w"/>
        <dgm:constr type="w" for="ch" forName="space" refType="w" refFor="ch" refForName="linV" fact="0.2"/>
        <dgm:constr type="w" for="ch" forName="padding1" refType="w" fact="0.08"/>
        <dgm:constr type="userP"/>
        <dgm:constr type="w" for="ch" forName="padding2" refType="userP"/>
      </dgm:constrLst>
      <dgm:ruleLst>
        <dgm:rule type="w" for="ch" forName="linV" val="0" fact="NaN" max="NaN"/>
        <dgm:rule type="primFontSz" for="des" forName="parTx" val="5" fact="NaN" max="NaN"/>
      </dgm:ruleLst>
      <dgm:layoutNode name="padding1">
        <dgm:alg type="sp"/>
        <dgm:shape xmlns:r="http://schemas.openxmlformats.org/officeDocument/2006/relationships" r:blip="">
          <dgm:adjLst/>
        </dgm:shape>
        <dgm:presOf/>
        <dgm:constrLst/>
        <dgm:ruleLst/>
      </dgm:layoutNode>
      <dgm:forEach name="Name4" axis="ch" ptType="node">
        <dgm:layoutNode name="linV">
          <dgm:alg type="lin">
            <dgm:param type="linDir" val="fromT"/>
          </dgm:alg>
          <dgm:shape xmlns:r="http://schemas.openxmlformats.org/officeDocument/2006/relationships" r:blip="">
            <dgm:adjLst/>
          </dgm:shape>
          <dgm:presOf/>
          <dgm:constrLst>
            <dgm:constr type="w" for="ch" forName="spVertical1" refType="w"/>
            <dgm:constr type="w" for="ch" forName="parTx" refType="w"/>
            <dgm:constr type="w" for="ch" forName="spVertical2" refType="w"/>
            <dgm:constr type="w" for="ch" forName="spVertical3" refType="w"/>
            <dgm:constr type="w" for="ch" forName="desTx" refType="w"/>
          </dgm:constrLst>
          <dgm:ruleLst/>
          <dgm:layoutNode name="spVertical1">
            <dgm:alg type="sp"/>
            <dgm:shape xmlns:r="http://schemas.openxmlformats.org/officeDocument/2006/relationships" r:blip="">
              <dgm:adjLst/>
            </dgm:shape>
            <dgm:presOf/>
            <dgm:constrLst/>
            <dgm:ruleLst/>
          </dgm:layoutNode>
          <dgm:layoutNode name="parTx" styleLbl="revTx">
            <dgm:varLst>
              <dgm:chMax val="0"/>
              <dgm:chPref val="0"/>
              <dgm:bulletEnabled val="1"/>
            </dgm:varLst>
            <dgm:choose name="Name5">
              <dgm:if name="Name6" axis="root des" ptType="all node" func="maxDepth" op="gt" val="1">
                <dgm:alg type="tx">
                  <dgm:param type="parTxLTRAlign" val="l"/>
                  <dgm:param type="parTxRTLAlign" val="r"/>
                </dgm:alg>
              </dgm:if>
              <dgm:else name="Name7">
                <dgm:alg type="tx">
                  <dgm:param type="parTxLTRAlign" val="ctr"/>
                  <dgm:param type="parTxRTLAlign" val="ctr"/>
                </dgm:alg>
              </dgm:else>
            </dgm:choose>
            <dgm:shape xmlns:r="http://schemas.openxmlformats.org/officeDocument/2006/relationships" type="rect" r:blip="">
              <dgm:adjLst/>
            </dgm:shape>
            <dgm:presOf axis="self" ptType="node"/>
            <dgm:choose name="Name8">
              <dgm:if name="Name9" func="var" arg="dir" op="equ" val="norm">
                <dgm:constrLst>
                  <dgm:constr type="userT"/>
                  <dgm:constr type="h" refType="userT" op="lte"/>
                  <dgm:constr type="tMarg" refType="primFontSz" fact="0.8"/>
                  <dgm:constr type="bMarg" refType="tMarg"/>
                  <dgm:constr type="lMarg"/>
                  <dgm:constr type="rMarg"/>
                </dgm:constrLst>
              </dgm:if>
              <dgm:else name="Name10">
                <dgm:constrLst>
                  <dgm:constr type="userT"/>
                  <dgm:constr type="h" refType="userT" op="lte"/>
                  <dgm:constr type="tMarg" refType="primFontSz" fact="0.8"/>
                  <dgm:constr type="bMarg" refType="tMarg"/>
                  <dgm:constr type="lMarg"/>
                  <dgm:constr type="rMarg"/>
                </dgm:constrLst>
              </dgm:else>
            </dgm:choose>
            <dgm:ruleLst>
              <dgm:rule type="h" val="INF" fact="NaN" max="NaN"/>
            </dgm:ruleLst>
          </dgm:layoutNode>
          <dgm:layoutNode name="spVertical2">
            <dgm:alg type="sp"/>
            <dgm:shape xmlns:r="http://schemas.openxmlformats.org/officeDocument/2006/relationships" r:blip="">
              <dgm:adjLst/>
            </dgm:shape>
            <dgm:presOf/>
            <dgm:constrLst/>
            <dgm:ruleLst/>
          </dgm:layoutNode>
          <dgm:layoutNode name="spVertical3">
            <dgm:alg type="sp"/>
            <dgm:shape xmlns:r="http://schemas.openxmlformats.org/officeDocument/2006/relationships" r:blip="">
              <dgm:adjLst/>
            </dgm:shape>
            <dgm:presOf/>
            <dgm:constrLst/>
            <dgm:ruleLst/>
          </dgm:layoutNode>
          <dgm:choose name="Name11">
            <dgm:if name="Name12" axis="ch" ptType="node" func="cnt" op="gte" val="1">
              <dgm:layoutNode name="desTx" styleLbl="revTx">
                <dgm:varLst>
                  <dgm:bulletEnabled val="1"/>
                </dgm:varLst>
                <dgm:alg type="tx">
                  <dgm:param type="stBulletLvl" val="1"/>
                </dgm:alg>
                <dgm:shape xmlns:r="http://schemas.openxmlformats.org/officeDocument/2006/relationships" type="rect" r:blip="">
                  <dgm:adjLst/>
                </dgm:shape>
                <dgm:presOf axis="des" ptType="node"/>
                <dgm:constrLst>
                  <dgm:constr type="tMarg"/>
                  <dgm:constr type="bMarg"/>
                  <dgm:constr type="rMarg"/>
                  <dgm:constr type="lMarg"/>
                </dgm:constrLst>
                <dgm:ruleLst>
                  <dgm:rule type="h" val="INF" fact="NaN" max="NaN"/>
                </dgm:ruleLst>
              </dgm:layoutNode>
            </dgm:if>
            <dgm:else name="Name13"/>
          </dgm:choose>
        </dgm:layoutNod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name="padding2">
        <dgm:alg type="sp"/>
        <dgm:shape xmlns:r="http://schemas.openxmlformats.org/officeDocument/2006/relationships" r:blip="">
          <dgm:adjLst/>
        </dgm:shape>
        <dgm:presOf/>
        <dgm:constrLst/>
        <dgm:ruleLst/>
      </dgm:layoutNode>
      <dgm:layoutNode name="negArrow">
        <dgm:alg type="sp"/>
        <dgm:shape xmlns:r="http://schemas.openxmlformats.org/officeDocument/2006/relationships" r:blip="">
          <dgm:adjLst/>
        </dgm:shape>
        <dgm:presOf/>
        <dgm:constrLst/>
        <dgm:ruleLst/>
      </dgm:layoutNode>
      <dgm:layoutNode name="backgroundArrow" styleLbl="node1">
        <dgm:alg type="sp"/>
        <dgm:choose name="Name15">
          <dgm:if name="Name16" func="var" arg="dir" op="equ" val="norm">
            <dgm:shape xmlns:r="http://schemas.openxmlformats.org/officeDocument/2006/relationships" type="rightArrow" r:blip="">
              <dgm:adjLst/>
            </dgm:shape>
          </dgm:if>
          <dgm:else name="Name17">
            <dgm:shape xmlns:r="http://schemas.openxmlformats.org/officeDocument/2006/relationships" type="leftArrow" r:blip="">
              <dgm:adjLst/>
            </dgm:shape>
          </dgm:else>
        </dgm:choose>
        <dgm:presOf/>
        <dgm:constrLst/>
        <dgm:ruleLst/>
      </dgm:layoutNode>
    </dgm:layoutNode>
  </dgm:layoutNode>
</dgm:layoutDef>
</file>

<file path=ppt/diagrams/layout6.xml><?xml version="1.0" encoding="utf-8"?>
<dgm:layoutDef xmlns:dgm="http://schemas.openxmlformats.org/drawingml/2006/diagram" xmlns:a="http://schemas.openxmlformats.org/drawingml/2006/main" uniqueId="urn:microsoft.com/office/officeart/2005/8/layout/hProcess3">
  <dgm:title val=""/>
  <dgm:desc val=""/>
  <dgm:catLst>
    <dgm:cat type="process" pri="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chOrder="t">
    <dgm:varLst>
      <dgm:dir/>
      <dgm:animLvl val="lvl"/>
      <dgm:resizeHandles val="exact"/>
    </dgm:varLst>
    <dgm:alg type="composite"/>
    <dgm:shape xmlns:r="http://schemas.openxmlformats.org/officeDocument/2006/relationships" r:blip="">
      <dgm:adjLst/>
    </dgm:shape>
    <dgm:presOf/>
    <dgm:constrLst>
      <dgm:constr type="w" for="ch" forName="dummy" refType="w"/>
      <dgm:constr type="h" for="ch" forName="dummy" refType="h"/>
      <dgm:constr type="h" for="ch" forName="dummy" refType="w" refFor="ch" refForName="dummy" op="lte" fact="0.4"/>
      <dgm:constr type="ctrX" for="ch" forName="dummy" refType="w" fact="0.5"/>
      <dgm:constr type="ctrY" for="ch" forName="dummy" refType="h" fact="0.5"/>
      <dgm:constr type="w" for="ch" forName="linH" refType="w"/>
      <dgm:constr type="h" for="ch" forName="linH" refType="h"/>
      <dgm:constr type="ctrX" for="ch" forName="linH" refType="w" fact="0.5"/>
      <dgm:constr type="ctrY" for="ch" forName="linH" refType="h" fact="0.5"/>
      <dgm:constr type="userP" for="ch" forName="linH" refType="h" refFor="ch" refForName="dummy" fact="0.25"/>
      <dgm:constr type="userT" for="des" forName="parTx" refType="w" refFor="ch" refForName="dummy" fact="0.2"/>
    </dgm:constrLst>
    <dgm:ruleLst/>
    <dgm:layoutNode name="dummy">
      <dgm:alg type="sp"/>
      <dgm:shape xmlns:r="http://schemas.openxmlformats.org/officeDocument/2006/relationships" r:blip="">
        <dgm:adjLst/>
      </dgm:shape>
      <dgm:presOf/>
      <dgm:constrLst/>
      <dgm:ruleLst/>
    </dgm:layoutNode>
    <dgm:layoutNode name="linH">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primFontSz" for="des" forName="parTx" val="65"/>
        <dgm:constr type="primFontSz" for="des" forName="desTx" refType="primFontSz" refFor="des" refForName="parTx" op="equ"/>
        <dgm:constr type="h" for="des" forName="parTx" refType="primFontSz" refFor="des" refForName="parTx"/>
        <dgm:constr type="h" for="des" forName="desTx" refType="primFontSz" refFor="des" refForName="parTx" fact="0.5"/>
        <dgm:constr type="h" for="des" forName="parTx" op="equ"/>
        <dgm:constr type="h" for="des" forName="desTx" op="equ"/>
        <dgm:constr type="h" for="ch" forName="backgroundArrow" refType="primFontSz" refFor="des" refForName="parTx" fact="2"/>
        <dgm:constr type="h" for="ch" forName="backgroundArrow" refType="h" refFor="des" refForName="parTx" op="lte" fact="2"/>
        <dgm:constr type="h" for="ch" forName="backgroundArrow" refType="h" refFor="des" refForName="parTx" op="gte" fact="2"/>
        <dgm:constr type="h" for="des" forName="spVertical1" refType="primFontSz" refFor="des" refForName="parTx" fact="0.5"/>
        <dgm:constr type="h" for="des" forName="spVertical1" refType="h" refFor="des" refForName="parTx" op="lte" fact="0.5"/>
        <dgm:constr type="h" for="des" forName="spVertical1" refType="h" refFor="des" refForName="parTx" op="gte" fact="0.5"/>
        <dgm:constr type="h" for="des" forName="spVertical2" refType="primFontSz" refFor="des" refForName="parTx" fact="0.5"/>
        <dgm:constr type="h" for="des" forName="spVertical2" refType="h" refFor="des" refForName="parTx" op="lte" fact="0.5"/>
        <dgm:constr type="h" for="des" forName="spVertical2" refType="h" refFor="des" refForName="parTx" op="gte" fact="0.5"/>
        <dgm:constr type="h" for="des" forName="spVertical3" refType="primFontSz" refFor="des" refForName="parTx" fact="-0.4"/>
        <dgm:constr type="h" for="des" forName="spVertical3" refType="h" refFor="des" refForName="parTx" op="lte" fact="-0.4"/>
        <dgm:constr type="h" for="des" forName="spVertical3" refType="h" refFor="des" refForName="parTx" op="gte" fact="-0.4"/>
        <dgm:constr type="w" for="ch" forName="backgroundArrow" refType="w"/>
        <dgm:constr type="w" for="ch" forName="negArrow" refType="w" fact="-1"/>
        <dgm:constr type="w" for="ch" forName="linV" refType="w"/>
        <dgm:constr type="w" for="ch" forName="space" refType="w" refFor="ch" refForName="linV" fact="0.2"/>
        <dgm:constr type="w" for="ch" forName="padding1" refType="w" fact="0.08"/>
        <dgm:constr type="userP"/>
        <dgm:constr type="w" for="ch" forName="padding2" refType="userP"/>
      </dgm:constrLst>
      <dgm:ruleLst>
        <dgm:rule type="w" for="ch" forName="linV" val="0" fact="NaN" max="NaN"/>
        <dgm:rule type="primFontSz" for="des" forName="parTx" val="5" fact="NaN" max="NaN"/>
      </dgm:ruleLst>
      <dgm:layoutNode name="padding1">
        <dgm:alg type="sp"/>
        <dgm:shape xmlns:r="http://schemas.openxmlformats.org/officeDocument/2006/relationships" r:blip="">
          <dgm:adjLst/>
        </dgm:shape>
        <dgm:presOf/>
        <dgm:constrLst/>
        <dgm:ruleLst/>
      </dgm:layoutNode>
      <dgm:forEach name="Name4" axis="ch" ptType="node">
        <dgm:layoutNode name="linV">
          <dgm:alg type="lin">
            <dgm:param type="linDir" val="fromT"/>
          </dgm:alg>
          <dgm:shape xmlns:r="http://schemas.openxmlformats.org/officeDocument/2006/relationships" r:blip="">
            <dgm:adjLst/>
          </dgm:shape>
          <dgm:presOf/>
          <dgm:constrLst>
            <dgm:constr type="w" for="ch" forName="spVertical1" refType="w"/>
            <dgm:constr type="w" for="ch" forName="parTx" refType="w"/>
            <dgm:constr type="w" for="ch" forName="spVertical2" refType="w"/>
            <dgm:constr type="w" for="ch" forName="spVertical3" refType="w"/>
            <dgm:constr type="w" for="ch" forName="desTx" refType="w"/>
          </dgm:constrLst>
          <dgm:ruleLst/>
          <dgm:layoutNode name="spVertical1">
            <dgm:alg type="sp"/>
            <dgm:shape xmlns:r="http://schemas.openxmlformats.org/officeDocument/2006/relationships" r:blip="">
              <dgm:adjLst/>
            </dgm:shape>
            <dgm:presOf/>
            <dgm:constrLst/>
            <dgm:ruleLst/>
          </dgm:layoutNode>
          <dgm:layoutNode name="parTx" styleLbl="revTx">
            <dgm:varLst>
              <dgm:chMax val="0"/>
              <dgm:chPref val="0"/>
              <dgm:bulletEnabled val="1"/>
            </dgm:varLst>
            <dgm:choose name="Name5">
              <dgm:if name="Name6" axis="root des" ptType="all node" func="maxDepth" op="gt" val="1">
                <dgm:alg type="tx">
                  <dgm:param type="parTxLTRAlign" val="l"/>
                  <dgm:param type="parTxRTLAlign" val="r"/>
                </dgm:alg>
              </dgm:if>
              <dgm:else name="Name7">
                <dgm:alg type="tx">
                  <dgm:param type="parTxLTRAlign" val="ctr"/>
                  <dgm:param type="parTxRTLAlign" val="ctr"/>
                </dgm:alg>
              </dgm:else>
            </dgm:choose>
            <dgm:shape xmlns:r="http://schemas.openxmlformats.org/officeDocument/2006/relationships" type="rect" r:blip="">
              <dgm:adjLst/>
            </dgm:shape>
            <dgm:presOf axis="self" ptType="node"/>
            <dgm:choose name="Name8">
              <dgm:if name="Name9" func="var" arg="dir" op="equ" val="norm">
                <dgm:constrLst>
                  <dgm:constr type="userT"/>
                  <dgm:constr type="h" refType="userT" op="lte"/>
                  <dgm:constr type="tMarg" refType="primFontSz" fact="0.8"/>
                  <dgm:constr type="bMarg" refType="tMarg"/>
                  <dgm:constr type="lMarg"/>
                  <dgm:constr type="rMarg"/>
                </dgm:constrLst>
              </dgm:if>
              <dgm:else name="Name10">
                <dgm:constrLst>
                  <dgm:constr type="userT"/>
                  <dgm:constr type="h" refType="userT" op="lte"/>
                  <dgm:constr type="tMarg" refType="primFontSz" fact="0.8"/>
                  <dgm:constr type="bMarg" refType="tMarg"/>
                  <dgm:constr type="lMarg"/>
                  <dgm:constr type="rMarg"/>
                </dgm:constrLst>
              </dgm:else>
            </dgm:choose>
            <dgm:ruleLst>
              <dgm:rule type="h" val="INF" fact="NaN" max="NaN"/>
            </dgm:ruleLst>
          </dgm:layoutNode>
          <dgm:layoutNode name="spVertical2">
            <dgm:alg type="sp"/>
            <dgm:shape xmlns:r="http://schemas.openxmlformats.org/officeDocument/2006/relationships" r:blip="">
              <dgm:adjLst/>
            </dgm:shape>
            <dgm:presOf/>
            <dgm:constrLst/>
            <dgm:ruleLst/>
          </dgm:layoutNode>
          <dgm:layoutNode name="spVertical3">
            <dgm:alg type="sp"/>
            <dgm:shape xmlns:r="http://schemas.openxmlformats.org/officeDocument/2006/relationships" r:blip="">
              <dgm:adjLst/>
            </dgm:shape>
            <dgm:presOf/>
            <dgm:constrLst/>
            <dgm:ruleLst/>
          </dgm:layoutNode>
          <dgm:choose name="Name11">
            <dgm:if name="Name12" axis="ch" ptType="node" func="cnt" op="gte" val="1">
              <dgm:layoutNode name="desTx" styleLbl="revTx">
                <dgm:varLst>
                  <dgm:bulletEnabled val="1"/>
                </dgm:varLst>
                <dgm:alg type="tx">
                  <dgm:param type="stBulletLvl" val="1"/>
                </dgm:alg>
                <dgm:shape xmlns:r="http://schemas.openxmlformats.org/officeDocument/2006/relationships" type="rect" r:blip="">
                  <dgm:adjLst/>
                </dgm:shape>
                <dgm:presOf axis="des" ptType="node"/>
                <dgm:constrLst>
                  <dgm:constr type="tMarg"/>
                  <dgm:constr type="bMarg"/>
                  <dgm:constr type="rMarg"/>
                  <dgm:constr type="lMarg"/>
                </dgm:constrLst>
                <dgm:ruleLst>
                  <dgm:rule type="h" val="INF" fact="NaN" max="NaN"/>
                </dgm:ruleLst>
              </dgm:layoutNode>
            </dgm:if>
            <dgm:else name="Name13"/>
          </dgm:choose>
        </dgm:layoutNod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name="padding2">
        <dgm:alg type="sp"/>
        <dgm:shape xmlns:r="http://schemas.openxmlformats.org/officeDocument/2006/relationships" r:blip="">
          <dgm:adjLst/>
        </dgm:shape>
        <dgm:presOf/>
        <dgm:constrLst/>
        <dgm:ruleLst/>
      </dgm:layoutNode>
      <dgm:layoutNode name="negArrow">
        <dgm:alg type="sp"/>
        <dgm:shape xmlns:r="http://schemas.openxmlformats.org/officeDocument/2006/relationships" r:blip="">
          <dgm:adjLst/>
        </dgm:shape>
        <dgm:presOf/>
        <dgm:constrLst/>
        <dgm:ruleLst/>
      </dgm:layoutNode>
      <dgm:layoutNode name="backgroundArrow" styleLbl="node1">
        <dgm:alg type="sp"/>
        <dgm:choose name="Name15">
          <dgm:if name="Name16" func="var" arg="dir" op="equ" val="norm">
            <dgm:shape xmlns:r="http://schemas.openxmlformats.org/officeDocument/2006/relationships" type="rightArrow" r:blip="">
              <dgm:adjLst/>
            </dgm:shape>
          </dgm:if>
          <dgm:else name="Name17">
            <dgm:shape xmlns:r="http://schemas.openxmlformats.org/officeDocument/2006/relationships" type="leftArrow" r:blip="">
              <dgm:adjLst/>
            </dgm:shape>
          </dgm:else>
        </dgm:choose>
        <dgm:presOf/>
        <dgm:constrLst/>
        <dgm:ruleLst/>
      </dgm:layoutNode>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32137C-021D-4A9D-A859-D245201B58F6}" type="datetimeFigureOut">
              <a:rPr lang="en-US" smtClean="0"/>
              <a:t>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D9DC48-A198-457F-ABAC-AE902410F194}" type="slidenum">
              <a:rPr lang="en-US" smtClean="0"/>
              <a:t>‹#›</a:t>
            </a:fld>
            <a:endParaRPr lang="en-US"/>
          </a:p>
        </p:txBody>
      </p:sp>
    </p:spTree>
    <p:extLst>
      <p:ext uri="{BB962C8B-B14F-4D97-AF65-F5344CB8AC3E}">
        <p14:creationId xmlns:p14="http://schemas.microsoft.com/office/powerpoint/2010/main" val="1442506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49930-D240-3F76-6ACB-D73CB5270FB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A3F263B-4DCB-E1F8-EEB5-25EC77A736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0610E4B-E913-153A-C91D-14ED4FA53CEB}"/>
              </a:ext>
            </a:extLst>
          </p:cNvPr>
          <p:cNvSpPr>
            <a:spLocks noGrp="1"/>
          </p:cNvSpPr>
          <p:nvPr>
            <p:ph type="dt" sz="half" idx="10"/>
          </p:nvPr>
        </p:nvSpPr>
        <p:spPr/>
        <p:txBody>
          <a:bodyPr/>
          <a:lstStyle/>
          <a:p>
            <a:fld id="{962F6855-2B44-4D26-9C54-0F94AD6A38AE}" type="datetimeFigureOut">
              <a:rPr lang="en-US" smtClean="0"/>
              <a:t>11/3/2025</a:t>
            </a:fld>
            <a:endParaRPr lang="en-US"/>
          </a:p>
        </p:txBody>
      </p:sp>
      <p:sp>
        <p:nvSpPr>
          <p:cNvPr id="5" name="Footer Placeholder 4">
            <a:extLst>
              <a:ext uri="{FF2B5EF4-FFF2-40B4-BE49-F238E27FC236}">
                <a16:creationId xmlns:a16="http://schemas.microsoft.com/office/drawing/2014/main" id="{EAF27815-7C5C-D483-D7F8-ADE937A3E9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462BEF-87B2-4388-60EE-420B02F559EA}"/>
              </a:ext>
            </a:extLst>
          </p:cNvPr>
          <p:cNvSpPr>
            <a:spLocks noGrp="1"/>
          </p:cNvSpPr>
          <p:nvPr>
            <p:ph type="sldNum" sz="quarter" idx="12"/>
          </p:nvPr>
        </p:nvSpPr>
        <p:spPr/>
        <p:txBody>
          <a:bodyPr/>
          <a:lstStyle/>
          <a:p>
            <a:fld id="{3CFDFA16-D16A-4331-9C77-BB24E985857E}" type="slidenum">
              <a:rPr lang="en-US" smtClean="0"/>
              <a:t>‹#›</a:t>
            </a:fld>
            <a:endParaRPr lang="en-US"/>
          </a:p>
        </p:txBody>
      </p:sp>
    </p:spTree>
    <p:extLst>
      <p:ext uri="{BB962C8B-B14F-4D97-AF65-F5344CB8AC3E}">
        <p14:creationId xmlns:p14="http://schemas.microsoft.com/office/powerpoint/2010/main" val="14335984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DC640-2D88-C12A-9E19-2A84991D222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3187C6-EC13-8020-DBFC-009DAE13C35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1E6F57-DBE6-3B08-0DF2-010D23F809BE}"/>
              </a:ext>
            </a:extLst>
          </p:cNvPr>
          <p:cNvSpPr>
            <a:spLocks noGrp="1"/>
          </p:cNvSpPr>
          <p:nvPr>
            <p:ph type="dt" sz="half" idx="10"/>
          </p:nvPr>
        </p:nvSpPr>
        <p:spPr/>
        <p:txBody>
          <a:bodyPr/>
          <a:lstStyle/>
          <a:p>
            <a:fld id="{962F6855-2B44-4D26-9C54-0F94AD6A38AE}" type="datetimeFigureOut">
              <a:rPr lang="en-US" smtClean="0"/>
              <a:t>11/3/2025</a:t>
            </a:fld>
            <a:endParaRPr lang="en-US"/>
          </a:p>
        </p:txBody>
      </p:sp>
      <p:sp>
        <p:nvSpPr>
          <p:cNvPr id="5" name="Footer Placeholder 4">
            <a:extLst>
              <a:ext uri="{FF2B5EF4-FFF2-40B4-BE49-F238E27FC236}">
                <a16:creationId xmlns:a16="http://schemas.microsoft.com/office/drawing/2014/main" id="{9C85A890-BC91-A478-40E2-AB3A78A2E3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00B7F0-B1AD-0C62-E73C-951A3CD1D266}"/>
              </a:ext>
            </a:extLst>
          </p:cNvPr>
          <p:cNvSpPr>
            <a:spLocks noGrp="1"/>
          </p:cNvSpPr>
          <p:nvPr>
            <p:ph type="sldNum" sz="quarter" idx="12"/>
          </p:nvPr>
        </p:nvSpPr>
        <p:spPr/>
        <p:txBody>
          <a:bodyPr/>
          <a:lstStyle/>
          <a:p>
            <a:fld id="{3CFDFA16-D16A-4331-9C77-BB24E985857E}" type="slidenum">
              <a:rPr lang="en-US" smtClean="0"/>
              <a:t>‹#›</a:t>
            </a:fld>
            <a:endParaRPr lang="en-US"/>
          </a:p>
        </p:txBody>
      </p:sp>
    </p:spTree>
    <p:extLst>
      <p:ext uri="{BB962C8B-B14F-4D97-AF65-F5344CB8AC3E}">
        <p14:creationId xmlns:p14="http://schemas.microsoft.com/office/powerpoint/2010/main" val="3278666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E5AFD-874D-EF9A-CA23-8880346C45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2285E73-29A4-0D36-FA10-ECAAC89FBC9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4CBB0D-FEA0-4394-A84B-68034D7EF5B1}"/>
              </a:ext>
            </a:extLst>
          </p:cNvPr>
          <p:cNvSpPr>
            <a:spLocks noGrp="1"/>
          </p:cNvSpPr>
          <p:nvPr>
            <p:ph type="dt" sz="half" idx="10"/>
          </p:nvPr>
        </p:nvSpPr>
        <p:spPr/>
        <p:txBody>
          <a:bodyPr/>
          <a:lstStyle/>
          <a:p>
            <a:fld id="{962F6855-2B44-4D26-9C54-0F94AD6A38AE}" type="datetimeFigureOut">
              <a:rPr lang="en-US" smtClean="0"/>
              <a:t>11/3/2025</a:t>
            </a:fld>
            <a:endParaRPr lang="en-US"/>
          </a:p>
        </p:txBody>
      </p:sp>
      <p:sp>
        <p:nvSpPr>
          <p:cNvPr id="5" name="Footer Placeholder 4">
            <a:extLst>
              <a:ext uri="{FF2B5EF4-FFF2-40B4-BE49-F238E27FC236}">
                <a16:creationId xmlns:a16="http://schemas.microsoft.com/office/drawing/2014/main" id="{78D100FD-5905-A8F0-EDA3-6D56AA14B2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6D7D24-8706-FB4C-CFA0-4C105A5CBFEB}"/>
              </a:ext>
            </a:extLst>
          </p:cNvPr>
          <p:cNvSpPr>
            <a:spLocks noGrp="1"/>
          </p:cNvSpPr>
          <p:nvPr>
            <p:ph type="sldNum" sz="quarter" idx="12"/>
          </p:nvPr>
        </p:nvSpPr>
        <p:spPr/>
        <p:txBody>
          <a:bodyPr/>
          <a:lstStyle/>
          <a:p>
            <a:fld id="{3CFDFA16-D16A-4331-9C77-BB24E985857E}" type="slidenum">
              <a:rPr lang="en-US" smtClean="0"/>
              <a:t>‹#›</a:t>
            </a:fld>
            <a:endParaRPr lang="en-US"/>
          </a:p>
        </p:txBody>
      </p:sp>
    </p:spTree>
    <p:extLst>
      <p:ext uri="{BB962C8B-B14F-4D97-AF65-F5344CB8AC3E}">
        <p14:creationId xmlns:p14="http://schemas.microsoft.com/office/powerpoint/2010/main" val="32326687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C38DC-AEEB-FD0C-7685-A70811333D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3953713-8873-518A-0B1C-23D343C469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86D314-5323-2DBE-4B8A-A8F8C3896EE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1F56853-66B2-AF62-430D-74A3546B5179}"/>
              </a:ext>
            </a:extLst>
          </p:cNvPr>
          <p:cNvSpPr>
            <a:spLocks noGrp="1"/>
          </p:cNvSpPr>
          <p:nvPr>
            <p:ph type="dt" sz="half" idx="10"/>
          </p:nvPr>
        </p:nvSpPr>
        <p:spPr/>
        <p:txBody>
          <a:bodyPr/>
          <a:lstStyle/>
          <a:p>
            <a:fld id="{962F6855-2B44-4D26-9C54-0F94AD6A38AE}" type="datetimeFigureOut">
              <a:rPr lang="en-US" smtClean="0"/>
              <a:t>11/3/2025</a:t>
            </a:fld>
            <a:endParaRPr lang="en-US"/>
          </a:p>
        </p:txBody>
      </p:sp>
      <p:sp>
        <p:nvSpPr>
          <p:cNvPr id="6" name="Footer Placeholder 5">
            <a:extLst>
              <a:ext uri="{FF2B5EF4-FFF2-40B4-BE49-F238E27FC236}">
                <a16:creationId xmlns:a16="http://schemas.microsoft.com/office/drawing/2014/main" id="{1E09B670-A49E-9042-8A9D-58E282B3E2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1D07C2-8F8C-FA5F-B3C8-1A12BD6EED6A}"/>
              </a:ext>
            </a:extLst>
          </p:cNvPr>
          <p:cNvSpPr>
            <a:spLocks noGrp="1"/>
          </p:cNvSpPr>
          <p:nvPr>
            <p:ph type="sldNum" sz="quarter" idx="12"/>
          </p:nvPr>
        </p:nvSpPr>
        <p:spPr/>
        <p:txBody>
          <a:bodyPr/>
          <a:lstStyle/>
          <a:p>
            <a:fld id="{3CFDFA16-D16A-4331-9C77-BB24E985857E}" type="slidenum">
              <a:rPr lang="en-US" smtClean="0"/>
              <a:t>‹#›</a:t>
            </a:fld>
            <a:endParaRPr lang="en-US"/>
          </a:p>
        </p:txBody>
      </p:sp>
    </p:spTree>
    <p:extLst>
      <p:ext uri="{BB962C8B-B14F-4D97-AF65-F5344CB8AC3E}">
        <p14:creationId xmlns:p14="http://schemas.microsoft.com/office/powerpoint/2010/main" val="28771369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86F3E-6FCB-0798-FEDA-0D93AA7DECF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374DE7-0890-137D-1BCB-4AE4227CD3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04F7D20-D347-11E8-325A-832A39941F2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423A04-7075-F641-2524-4ABFDA8F81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F8E0A21-1A33-79CD-985B-1E31600148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C49218C-CDE7-3445-3C66-AFE4B09C3922}"/>
              </a:ext>
            </a:extLst>
          </p:cNvPr>
          <p:cNvSpPr>
            <a:spLocks noGrp="1"/>
          </p:cNvSpPr>
          <p:nvPr>
            <p:ph type="dt" sz="half" idx="10"/>
          </p:nvPr>
        </p:nvSpPr>
        <p:spPr/>
        <p:txBody>
          <a:bodyPr/>
          <a:lstStyle/>
          <a:p>
            <a:fld id="{962F6855-2B44-4D26-9C54-0F94AD6A38AE}" type="datetimeFigureOut">
              <a:rPr lang="en-US" smtClean="0"/>
              <a:t>11/3/2025</a:t>
            </a:fld>
            <a:endParaRPr lang="en-US"/>
          </a:p>
        </p:txBody>
      </p:sp>
      <p:sp>
        <p:nvSpPr>
          <p:cNvPr id="8" name="Footer Placeholder 7">
            <a:extLst>
              <a:ext uri="{FF2B5EF4-FFF2-40B4-BE49-F238E27FC236}">
                <a16:creationId xmlns:a16="http://schemas.microsoft.com/office/drawing/2014/main" id="{611518F0-6269-CAAA-85B9-1E482AD2740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4EF6AD2-2A08-A408-61BD-4ADBEBA4FBC7}"/>
              </a:ext>
            </a:extLst>
          </p:cNvPr>
          <p:cNvSpPr>
            <a:spLocks noGrp="1"/>
          </p:cNvSpPr>
          <p:nvPr>
            <p:ph type="sldNum" sz="quarter" idx="12"/>
          </p:nvPr>
        </p:nvSpPr>
        <p:spPr/>
        <p:txBody>
          <a:bodyPr/>
          <a:lstStyle/>
          <a:p>
            <a:fld id="{3CFDFA16-D16A-4331-9C77-BB24E985857E}" type="slidenum">
              <a:rPr lang="en-US" smtClean="0"/>
              <a:t>‹#›</a:t>
            </a:fld>
            <a:endParaRPr lang="en-US"/>
          </a:p>
        </p:txBody>
      </p:sp>
    </p:spTree>
    <p:extLst>
      <p:ext uri="{BB962C8B-B14F-4D97-AF65-F5344CB8AC3E}">
        <p14:creationId xmlns:p14="http://schemas.microsoft.com/office/powerpoint/2010/main" val="9413014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533DC-6334-9B25-228A-159CAEDFACA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22BAD17-88EB-459A-6FFF-1D475511EC80}"/>
              </a:ext>
            </a:extLst>
          </p:cNvPr>
          <p:cNvSpPr>
            <a:spLocks noGrp="1"/>
          </p:cNvSpPr>
          <p:nvPr>
            <p:ph type="dt" sz="half" idx="10"/>
          </p:nvPr>
        </p:nvSpPr>
        <p:spPr/>
        <p:txBody>
          <a:bodyPr/>
          <a:lstStyle/>
          <a:p>
            <a:fld id="{962F6855-2B44-4D26-9C54-0F94AD6A38AE}" type="datetimeFigureOut">
              <a:rPr lang="en-US" smtClean="0"/>
              <a:t>11/3/2025</a:t>
            </a:fld>
            <a:endParaRPr lang="en-US"/>
          </a:p>
        </p:txBody>
      </p:sp>
      <p:sp>
        <p:nvSpPr>
          <p:cNvPr id="4" name="Footer Placeholder 3">
            <a:extLst>
              <a:ext uri="{FF2B5EF4-FFF2-40B4-BE49-F238E27FC236}">
                <a16:creationId xmlns:a16="http://schemas.microsoft.com/office/drawing/2014/main" id="{7B659942-92C1-69B6-AAF4-862E4DE037F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D443B21-002A-539B-7694-259099759609}"/>
              </a:ext>
            </a:extLst>
          </p:cNvPr>
          <p:cNvSpPr>
            <a:spLocks noGrp="1"/>
          </p:cNvSpPr>
          <p:nvPr>
            <p:ph type="sldNum" sz="quarter" idx="12"/>
          </p:nvPr>
        </p:nvSpPr>
        <p:spPr/>
        <p:txBody>
          <a:bodyPr/>
          <a:lstStyle/>
          <a:p>
            <a:fld id="{3CFDFA16-D16A-4331-9C77-BB24E985857E}" type="slidenum">
              <a:rPr lang="en-US" smtClean="0"/>
              <a:t>‹#›</a:t>
            </a:fld>
            <a:endParaRPr lang="en-US"/>
          </a:p>
        </p:txBody>
      </p:sp>
    </p:spTree>
    <p:extLst>
      <p:ext uri="{BB962C8B-B14F-4D97-AF65-F5344CB8AC3E}">
        <p14:creationId xmlns:p14="http://schemas.microsoft.com/office/powerpoint/2010/main" val="3756607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0A816D-9227-E44A-65B2-0E3BD301ABF9}"/>
              </a:ext>
            </a:extLst>
          </p:cNvPr>
          <p:cNvSpPr>
            <a:spLocks noGrp="1"/>
          </p:cNvSpPr>
          <p:nvPr>
            <p:ph type="dt" sz="half" idx="10"/>
          </p:nvPr>
        </p:nvSpPr>
        <p:spPr/>
        <p:txBody>
          <a:bodyPr/>
          <a:lstStyle/>
          <a:p>
            <a:fld id="{962F6855-2B44-4D26-9C54-0F94AD6A38AE}" type="datetimeFigureOut">
              <a:rPr lang="en-US" smtClean="0"/>
              <a:t>11/3/2025</a:t>
            </a:fld>
            <a:endParaRPr lang="en-US"/>
          </a:p>
        </p:txBody>
      </p:sp>
      <p:sp>
        <p:nvSpPr>
          <p:cNvPr id="3" name="Footer Placeholder 2">
            <a:extLst>
              <a:ext uri="{FF2B5EF4-FFF2-40B4-BE49-F238E27FC236}">
                <a16:creationId xmlns:a16="http://schemas.microsoft.com/office/drawing/2014/main" id="{93232C6C-BEAD-5F49-798F-D9A2E853C2A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14BF8FF-FB8A-64CC-E0DA-14F68F9045C2}"/>
              </a:ext>
            </a:extLst>
          </p:cNvPr>
          <p:cNvSpPr>
            <a:spLocks noGrp="1"/>
          </p:cNvSpPr>
          <p:nvPr>
            <p:ph type="sldNum" sz="quarter" idx="12"/>
          </p:nvPr>
        </p:nvSpPr>
        <p:spPr/>
        <p:txBody>
          <a:bodyPr/>
          <a:lstStyle/>
          <a:p>
            <a:fld id="{3CFDFA16-D16A-4331-9C77-BB24E985857E}" type="slidenum">
              <a:rPr lang="en-US" smtClean="0"/>
              <a:t>‹#›</a:t>
            </a:fld>
            <a:endParaRPr lang="en-US"/>
          </a:p>
        </p:txBody>
      </p:sp>
    </p:spTree>
    <p:extLst>
      <p:ext uri="{BB962C8B-B14F-4D97-AF65-F5344CB8AC3E}">
        <p14:creationId xmlns:p14="http://schemas.microsoft.com/office/powerpoint/2010/main" val="2803907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79E3C-CCC5-D7CE-BDEC-6E8EEF07A1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FAEB43D-A860-893C-9131-25E7972AEE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1B55402-C38E-484A-2E21-567B06A5AA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7B179A-E402-39F3-D7C0-2CDE97831D26}"/>
              </a:ext>
            </a:extLst>
          </p:cNvPr>
          <p:cNvSpPr>
            <a:spLocks noGrp="1"/>
          </p:cNvSpPr>
          <p:nvPr>
            <p:ph type="dt" sz="half" idx="10"/>
          </p:nvPr>
        </p:nvSpPr>
        <p:spPr/>
        <p:txBody>
          <a:bodyPr/>
          <a:lstStyle/>
          <a:p>
            <a:fld id="{962F6855-2B44-4D26-9C54-0F94AD6A38AE}" type="datetimeFigureOut">
              <a:rPr lang="en-US" smtClean="0"/>
              <a:t>11/3/2025</a:t>
            </a:fld>
            <a:endParaRPr lang="en-US"/>
          </a:p>
        </p:txBody>
      </p:sp>
      <p:sp>
        <p:nvSpPr>
          <p:cNvPr id="6" name="Footer Placeholder 5">
            <a:extLst>
              <a:ext uri="{FF2B5EF4-FFF2-40B4-BE49-F238E27FC236}">
                <a16:creationId xmlns:a16="http://schemas.microsoft.com/office/drawing/2014/main" id="{F25193D0-C768-A35E-DEC9-D7F7FC1ABF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C7553C-949C-0FC5-73E9-5E20A9B25E01}"/>
              </a:ext>
            </a:extLst>
          </p:cNvPr>
          <p:cNvSpPr>
            <a:spLocks noGrp="1"/>
          </p:cNvSpPr>
          <p:nvPr>
            <p:ph type="sldNum" sz="quarter" idx="12"/>
          </p:nvPr>
        </p:nvSpPr>
        <p:spPr/>
        <p:txBody>
          <a:bodyPr/>
          <a:lstStyle/>
          <a:p>
            <a:fld id="{3CFDFA16-D16A-4331-9C77-BB24E985857E}" type="slidenum">
              <a:rPr lang="en-US" smtClean="0"/>
              <a:t>‹#›</a:t>
            </a:fld>
            <a:endParaRPr lang="en-US"/>
          </a:p>
        </p:txBody>
      </p:sp>
    </p:spTree>
    <p:extLst>
      <p:ext uri="{BB962C8B-B14F-4D97-AF65-F5344CB8AC3E}">
        <p14:creationId xmlns:p14="http://schemas.microsoft.com/office/powerpoint/2010/main" val="2593906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55AB2-CF2A-5C33-71A5-C771568DA7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52690A-80E9-9728-B739-A89966373C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98FCC7C-99C2-0061-1609-329313390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D2D138-993A-6CAC-E95D-6BE2689A77D4}"/>
              </a:ext>
            </a:extLst>
          </p:cNvPr>
          <p:cNvSpPr>
            <a:spLocks noGrp="1"/>
          </p:cNvSpPr>
          <p:nvPr>
            <p:ph type="dt" sz="half" idx="10"/>
          </p:nvPr>
        </p:nvSpPr>
        <p:spPr/>
        <p:txBody>
          <a:bodyPr/>
          <a:lstStyle/>
          <a:p>
            <a:fld id="{962F6855-2B44-4D26-9C54-0F94AD6A38AE}" type="datetimeFigureOut">
              <a:rPr lang="en-US" smtClean="0"/>
              <a:t>11/3/2025</a:t>
            </a:fld>
            <a:endParaRPr lang="en-US"/>
          </a:p>
        </p:txBody>
      </p:sp>
      <p:sp>
        <p:nvSpPr>
          <p:cNvPr id="6" name="Footer Placeholder 5">
            <a:extLst>
              <a:ext uri="{FF2B5EF4-FFF2-40B4-BE49-F238E27FC236}">
                <a16:creationId xmlns:a16="http://schemas.microsoft.com/office/drawing/2014/main" id="{FB94B8B7-11D1-A137-4EA2-59FB7E1723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9CA397-BABE-AC6A-1D82-64E97D622A61}"/>
              </a:ext>
            </a:extLst>
          </p:cNvPr>
          <p:cNvSpPr>
            <a:spLocks noGrp="1"/>
          </p:cNvSpPr>
          <p:nvPr>
            <p:ph type="sldNum" sz="quarter" idx="12"/>
          </p:nvPr>
        </p:nvSpPr>
        <p:spPr/>
        <p:txBody>
          <a:bodyPr/>
          <a:lstStyle/>
          <a:p>
            <a:fld id="{3CFDFA16-D16A-4331-9C77-BB24E985857E}" type="slidenum">
              <a:rPr lang="en-US" smtClean="0"/>
              <a:t>‹#›</a:t>
            </a:fld>
            <a:endParaRPr lang="en-US"/>
          </a:p>
        </p:txBody>
      </p:sp>
    </p:spTree>
    <p:extLst>
      <p:ext uri="{BB962C8B-B14F-4D97-AF65-F5344CB8AC3E}">
        <p14:creationId xmlns:p14="http://schemas.microsoft.com/office/powerpoint/2010/main" val="2717485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AC6DF-446C-672F-CDA0-EF9904B4AE3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9D6C6D5-3398-A327-BB13-413A74C43C6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DB8AB-9186-B9B9-2989-132E0A8CC237}"/>
              </a:ext>
            </a:extLst>
          </p:cNvPr>
          <p:cNvSpPr>
            <a:spLocks noGrp="1"/>
          </p:cNvSpPr>
          <p:nvPr>
            <p:ph type="dt" sz="half" idx="10"/>
          </p:nvPr>
        </p:nvSpPr>
        <p:spPr/>
        <p:txBody>
          <a:bodyPr/>
          <a:lstStyle/>
          <a:p>
            <a:fld id="{962F6855-2B44-4D26-9C54-0F94AD6A38AE}" type="datetimeFigureOut">
              <a:rPr lang="en-US" smtClean="0"/>
              <a:t>11/3/2025</a:t>
            </a:fld>
            <a:endParaRPr lang="en-US"/>
          </a:p>
        </p:txBody>
      </p:sp>
      <p:sp>
        <p:nvSpPr>
          <p:cNvPr id="5" name="Footer Placeholder 4">
            <a:extLst>
              <a:ext uri="{FF2B5EF4-FFF2-40B4-BE49-F238E27FC236}">
                <a16:creationId xmlns:a16="http://schemas.microsoft.com/office/drawing/2014/main" id="{145195D0-6E9F-D27A-B619-C8F68F0F3E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FCD565-A1DD-FCDB-2905-CB89E11FD161}"/>
              </a:ext>
            </a:extLst>
          </p:cNvPr>
          <p:cNvSpPr>
            <a:spLocks noGrp="1"/>
          </p:cNvSpPr>
          <p:nvPr>
            <p:ph type="sldNum" sz="quarter" idx="12"/>
          </p:nvPr>
        </p:nvSpPr>
        <p:spPr/>
        <p:txBody>
          <a:bodyPr/>
          <a:lstStyle/>
          <a:p>
            <a:fld id="{3CFDFA16-D16A-4331-9C77-BB24E985857E}" type="slidenum">
              <a:rPr lang="en-US" smtClean="0"/>
              <a:t>‹#›</a:t>
            </a:fld>
            <a:endParaRPr lang="en-US"/>
          </a:p>
        </p:txBody>
      </p:sp>
    </p:spTree>
    <p:extLst>
      <p:ext uri="{BB962C8B-B14F-4D97-AF65-F5344CB8AC3E}">
        <p14:creationId xmlns:p14="http://schemas.microsoft.com/office/powerpoint/2010/main" val="16645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962030-CBD3-CDBC-4469-445262FB219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A7B23D1-5BF1-E6C5-601B-B3CA878FBE9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89A5A9-D1AB-24FF-3ED6-892EB1B71CEF}"/>
              </a:ext>
            </a:extLst>
          </p:cNvPr>
          <p:cNvSpPr>
            <a:spLocks noGrp="1"/>
          </p:cNvSpPr>
          <p:nvPr>
            <p:ph type="dt" sz="half" idx="10"/>
          </p:nvPr>
        </p:nvSpPr>
        <p:spPr/>
        <p:txBody>
          <a:bodyPr/>
          <a:lstStyle/>
          <a:p>
            <a:fld id="{962F6855-2B44-4D26-9C54-0F94AD6A38AE}" type="datetimeFigureOut">
              <a:rPr lang="en-US" smtClean="0"/>
              <a:t>11/3/2025</a:t>
            </a:fld>
            <a:endParaRPr lang="en-US"/>
          </a:p>
        </p:txBody>
      </p:sp>
      <p:sp>
        <p:nvSpPr>
          <p:cNvPr id="5" name="Footer Placeholder 4">
            <a:extLst>
              <a:ext uri="{FF2B5EF4-FFF2-40B4-BE49-F238E27FC236}">
                <a16:creationId xmlns:a16="http://schemas.microsoft.com/office/drawing/2014/main" id="{DE5C6032-E4D1-AC09-A06A-1046301ECE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3D3C99-A5AF-2C23-AFF6-A04CD1626836}"/>
              </a:ext>
            </a:extLst>
          </p:cNvPr>
          <p:cNvSpPr>
            <a:spLocks noGrp="1"/>
          </p:cNvSpPr>
          <p:nvPr>
            <p:ph type="sldNum" sz="quarter" idx="12"/>
          </p:nvPr>
        </p:nvSpPr>
        <p:spPr/>
        <p:txBody>
          <a:bodyPr/>
          <a:lstStyle/>
          <a:p>
            <a:fld id="{3CFDFA16-D16A-4331-9C77-BB24E985857E}" type="slidenum">
              <a:rPr lang="en-US" smtClean="0"/>
              <a:t>‹#›</a:t>
            </a:fld>
            <a:endParaRPr lang="en-US"/>
          </a:p>
        </p:txBody>
      </p:sp>
    </p:spTree>
    <p:extLst>
      <p:ext uri="{BB962C8B-B14F-4D97-AF65-F5344CB8AC3E}">
        <p14:creationId xmlns:p14="http://schemas.microsoft.com/office/powerpoint/2010/main" val="703217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AB1E1B-BBD1-BB6F-50BE-70551847B6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448D423-CB82-4401-0C1C-D111C86854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18A0F0-B336-7487-49C9-44C168B50D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62F6855-2B44-4D26-9C54-0F94AD6A38AE}" type="datetimeFigureOut">
              <a:rPr lang="en-US" smtClean="0"/>
              <a:t>11/3/2025</a:t>
            </a:fld>
            <a:endParaRPr lang="en-US"/>
          </a:p>
        </p:txBody>
      </p:sp>
      <p:sp>
        <p:nvSpPr>
          <p:cNvPr id="5" name="Footer Placeholder 4">
            <a:extLst>
              <a:ext uri="{FF2B5EF4-FFF2-40B4-BE49-F238E27FC236}">
                <a16:creationId xmlns:a16="http://schemas.microsoft.com/office/drawing/2014/main" id="{CFBE1030-CA92-5CB9-9500-868B74B4E4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4BC77F3-6DED-B9F8-3C85-E77B5B56B8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CFDFA16-D16A-4331-9C77-BB24E985857E}" type="slidenum">
              <a:rPr lang="en-US" smtClean="0"/>
              <a:t>‹#›</a:t>
            </a:fld>
            <a:endParaRPr lang="en-US"/>
          </a:p>
        </p:txBody>
      </p:sp>
    </p:spTree>
    <p:extLst>
      <p:ext uri="{BB962C8B-B14F-4D97-AF65-F5344CB8AC3E}">
        <p14:creationId xmlns:p14="http://schemas.microsoft.com/office/powerpoint/2010/main" val="11670970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2.png"/><Relationship Id="rId2" Type="http://schemas.openxmlformats.org/officeDocument/2006/relationships/diagramData" Target="../diagrams/data5.xml"/><Relationship Id="rId1" Type="http://schemas.openxmlformats.org/officeDocument/2006/relationships/slideLayout" Target="../slideLayouts/slideLayout9.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3.png"/><Relationship Id="rId2" Type="http://schemas.openxmlformats.org/officeDocument/2006/relationships/diagramData" Target="../diagrams/data6.xml"/><Relationship Id="rId1" Type="http://schemas.openxmlformats.org/officeDocument/2006/relationships/slideLayout" Target="../slideLayouts/slideLayout9.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2A40346-F9F3-06C2-E617-FD9EEA083FE1}"/>
              </a:ext>
            </a:extLst>
          </p:cNvPr>
          <p:cNvSpPr>
            <a:spLocks noGrp="1"/>
          </p:cNvSpPr>
          <p:nvPr>
            <p:ph type="ctrTitle"/>
          </p:nvPr>
        </p:nvSpPr>
        <p:spPr>
          <a:xfrm>
            <a:off x="1314824" y="735106"/>
            <a:ext cx="10053763" cy="2928470"/>
          </a:xfrm>
        </p:spPr>
        <p:txBody>
          <a:bodyPr anchor="b">
            <a:normAutofit/>
          </a:bodyPr>
          <a:lstStyle/>
          <a:p>
            <a:r>
              <a:rPr lang="el-GR" sz="4800" b="1" dirty="0">
                <a:solidFill>
                  <a:srgbClr val="FFFFFF"/>
                </a:solidFill>
              </a:rPr>
              <a:t>Εργασία 13:</a:t>
            </a:r>
            <a:br>
              <a:rPr lang="el-GR" sz="4800" b="1" dirty="0">
                <a:solidFill>
                  <a:srgbClr val="FFFFFF"/>
                </a:solidFill>
              </a:rPr>
            </a:br>
            <a:r>
              <a:rPr lang="el-GR" sz="4800" b="1" dirty="0">
                <a:solidFill>
                  <a:srgbClr val="FFFFFF"/>
                </a:solidFill>
              </a:rPr>
              <a:t>Προσομοίωση &amp; Ανάλυση Απόδοσης Δικτύου με Python &amp; SimPy</a:t>
            </a:r>
            <a:endParaRPr lang="en-US" sz="4800" dirty="0">
              <a:solidFill>
                <a:srgbClr val="FFFFFF"/>
              </a:solidFill>
            </a:endParaRPr>
          </a:p>
        </p:txBody>
      </p:sp>
      <p:sp>
        <p:nvSpPr>
          <p:cNvPr id="3" name="Subtitle 2">
            <a:extLst>
              <a:ext uri="{FF2B5EF4-FFF2-40B4-BE49-F238E27FC236}">
                <a16:creationId xmlns:a16="http://schemas.microsoft.com/office/drawing/2014/main" id="{21038950-29F4-D7C7-295E-E48B37ED82DC}"/>
              </a:ext>
            </a:extLst>
          </p:cNvPr>
          <p:cNvSpPr>
            <a:spLocks noGrp="1"/>
          </p:cNvSpPr>
          <p:nvPr>
            <p:ph type="subTitle" idx="1"/>
          </p:nvPr>
        </p:nvSpPr>
        <p:spPr>
          <a:xfrm>
            <a:off x="1350682" y="4870824"/>
            <a:ext cx="10005951" cy="1458258"/>
          </a:xfrm>
        </p:spPr>
        <p:txBody>
          <a:bodyPr anchor="ctr">
            <a:noAutofit/>
          </a:bodyPr>
          <a:lstStyle/>
          <a:p>
            <a:pPr algn="l"/>
            <a:br>
              <a:rPr lang="en-US" sz="2800" b="1" dirty="0"/>
            </a:br>
            <a:br>
              <a:rPr lang="en-US" sz="2800" b="1" dirty="0"/>
            </a:br>
            <a:r>
              <a:rPr lang="el-GR" sz="2800" b="1" dirty="0"/>
              <a:t>Συνεργάτες:</a:t>
            </a:r>
            <a:br>
              <a:rPr lang="el-GR" sz="2800" b="1" dirty="0"/>
            </a:br>
            <a:r>
              <a:rPr lang="el-GR" sz="2800" b="1" dirty="0"/>
              <a:t>Αλέξανδρος Χαλαμπάκης</a:t>
            </a:r>
            <a:br>
              <a:rPr lang="el-GR" sz="2800" b="1" dirty="0"/>
            </a:br>
            <a:r>
              <a:rPr lang="el-GR" sz="2800" b="1" dirty="0"/>
              <a:t>Παναγιώτης Παπανικολάου</a:t>
            </a:r>
            <a:endParaRPr lang="en-US" sz="2800" b="1" dirty="0"/>
          </a:p>
        </p:txBody>
      </p:sp>
    </p:spTree>
    <p:extLst>
      <p:ext uri="{BB962C8B-B14F-4D97-AF65-F5344CB8AC3E}">
        <p14:creationId xmlns:p14="http://schemas.microsoft.com/office/powerpoint/2010/main" val="11842222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FBD2EEC-E24F-9F2F-0A20-F0677DFD0555}"/>
              </a:ext>
            </a:extLst>
          </p:cNvPr>
          <p:cNvSpPr>
            <a:spLocks noGrp="1"/>
          </p:cNvSpPr>
          <p:nvPr>
            <p:ph type="title"/>
          </p:nvPr>
        </p:nvSpPr>
        <p:spPr>
          <a:xfrm>
            <a:off x="826396" y="586855"/>
            <a:ext cx="4230100" cy="3387497"/>
          </a:xfrm>
        </p:spPr>
        <p:txBody>
          <a:bodyPr anchor="b">
            <a:normAutofit/>
          </a:bodyPr>
          <a:lstStyle/>
          <a:p>
            <a:pPr algn="ctr"/>
            <a:r>
              <a:rPr lang="el-GR" sz="4000" b="1" dirty="0">
                <a:solidFill>
                  <a:srgbClr val="FFFFFF"/>
                </a:solidFill>
              </a:rPr>
              <a:t>Το Πρόβλημα και τα Εργαλεία μας</a:t>
            </a:r>
            <a:br>
              <a:rPr lang="el-GR" sz="4000" b="1" dirty="0">
                <a:solidFill>
                  <a:srgbClr val="FFFFFF"/>
                </a:solidFill>
              </a:rPr>
            </a:br>
            <a:endParaRPr lang="en-US" sz="4000" dirty="0">
              <a:solidFill>
                <a:srgbClr val="FFFFFF"/>
              </a:solidFill>
            </a:endParaRPr>
          </a:p>
        </p:txBody>
      </p:sp>
      <p:sp>
        <p:nvSpPr>
          <p:cNvPr id="3" name="Content Placeholder 2">
            <a:extLst>
              <a:ext uri="{FF2B5EF4-FFF2-40B4-BE49-F238E27FC236}">
                <a16:creationId xmlns:a16="http://schemas.microsoft.com/office/drawing/2014/main" id="{7C110CAD-5DE6-311F-D869-3CD41D5F63D6}"/>
              </a:ext>
            </a:extLst>
          </p:cNvPr>
          <p:cNvSpPr>
            <a:spLocks noGrp="1"/>
          </p:cNvSpPr>
          <p:nvPr>
            <p:ph idx="1"/>
          </p:nvPr>
        </p:nvSpPr>
        <p:spPr>
          <a:xfrm>
            <a:off x="6503158" y="649480"/>
            <a:ext cx="4862447" cy="5546047"/>
          </a:xfrm>
        </p:spPr>
        <p:txBody>
          <a:bodyPr anchor="ctr">
            <a:normAutofit/>
          </a:bodyPr>
          <a:lstStyle/>
          <a:p>
            <a:r>
              <a:rPr lang="el-GR" sz="1400" b="1" dirty="0"/>
              <a:t>Γιατί κάνουμε αυτή την Προσομοίωση;</a:t>
            </a:r>
            <a:endParaRPr lang="el-GR" sz="1400" dirty="0"/>
          </a:p>
          <a:p>
            <a:r>
              <a:rPr lang="el-GR" sz="1400" dirty="0"/>
              <a:t>Για να μελετήσουμε τη συμπεριφορά ενός δικτύου κάτω από συνθήκες  συμφόρησης σε ένα ελεγχόμενο, εικονικό περιβάλλον, χωρίς να επηρεάζουμε ένα πραγματικό δίκτυο.</a:t>
            </a:r>
          </a:p>
          <a:p>
            <a:r>
              <a:rPr lang="el-GR" sz="1400" b="1" dirty="0"/>
              <a:t>Το Εργαλείο μας: SimPy</a:t>
            </a:r>
            <a:endParaRPr lang="el-GR" sz="1400" dirty="0"/>
          </a:p>
          <a:p>
            <a:r>
              <a:rPr lang="el-GR" sz="1400" dirty="0"/>
              <a:t>Δεν είναι μια απλή βιβλιοθήκη, αλλά ένα framework για </a:t>
            </a:r>
            <a:r>
              <a:rPr lang="el-GR" sz="1400" b="1" dirty="0"/>
              <a:t>προσομοίωση διακριτών γεγονότων </a:t>
            </a:r>
            <a:r>
              <a:rPr lang="el-GR" sz="1400" dirty="0"/>
              <a:t>.</a:t>
            </a:r>
          </a:p>
          <a:p>
            <a:r>
              <a:rPr lang="el-GR" sz="1400" dirty="0"/>
              <a:t>Αυτό σημαίνει ότι ο χρόνος δεν κυλά συνεχόμενα, αλλά "πηδάει" από το ένα σημαντικό γεγονός στο επόμενο (π.χ., από τη δημιουργία ενός πακέτου στην άφιξή του στον router). Αυτό κάνει την προσομοίωση εξαιρετικά γρήγορη και αποδοτική.</a:t>
            </a:r>
          </a:p>
          <a:p>
            <a:r>
              <a:rPr lang="el-GR" sz="1400" b="1" dirty="0"/>
              <a:t>Η Τοπολογία του Δικτύου μας:</a:t>
            </a:r>
            <a:endParaRPr lang="el-GR" sz="1400" dirty="0"/>
          </a:p>
          <a:p>
            <a:r>
              <a:rPr lang="el-GR" sz="1400" b="1" dirty="0"/>
              <a:t>Source Host (Ο Αποστολέας):</a:t>
            </a:r>
            <a:r>
              <a:rPr lang="el-GR" sz="1400" dirty="0"/>
              <a:t> Δημιουργεί και στέλνει δεδομένα.</a:t>
            </a:r>
          </a:p>
          <a:p>
            <a:r>
              <a:rPr lang="el-GR" sz="1400" b="1" dirty="0"/>
              <a:t>Router</a:t>
            </a:r>
            <a:r>
              <a:rPr lang="en-US" sz="1400" b="1" dirty="0"/>
              <a:t>: </a:t>
            </a:r>
            <a:r>
              <a:rPr lang="el-GR" sz="1400" dirty="0"/>
              <a:t>Λαμβάνει πακέτα, τα βάζει σε μια ουρά και τα προωθεί προς τον προορισμό. Είναι το κεντρικό σημείο ελέγχου και το πιθανό σημείο συμφόρησης.</a:t>
            </a:r>
          </a:p>
          <a:p>
            <a:r>
              <a:rPr lang="el-GR" sz="1400" b="1" dirty="0"/>
              <a:t>Destination Host (Ο Παραλήπτης):</a:t>
            </a:r>
            <a:r>
              <a:rPr lang="el-GR" sz="1400" dirty="0"/>
              <a:t> Λαμβάνει τα δεδομένα.</a:t>
            </a:r>
          </a:p>
          <a:p>
            <a:pPr marL="0" indent="0">
              <a:buNone/>
            </a:pPr>
            <a:endParaRPr lang="en-US" sz="1400" dirty="0"/>
          </a:p>
        </p:txBody>
      </p:sp>
    </p:spTree>
    <p:extLst>
      <p:ext uri="{BB962C8B-B14F-4D97-AF65-F5344CB8AC3E}">
        <p14:creationId xmlns:p14="http://schemas.microsoft.com/office/powerpoint/2010/main" val="2109553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6A3E1-6CEC-0B57-9022-68D06F490168}"/>
              </a:ext>
            </a:extLst>
          </p:cNvPr>
          <p:cNvSpPr>
            <a:spLocks noGrp="1"/>
          </p:cNvSpPr>
          <p:nvPr>
            <p:ph type="title"/>
          </p:nvPr>
        </p:nvSpPr>
        <p:spPr/>
        <p:txBody>
          <a:bodyPr/>
          <a:lstStyle/>
          <a:p>
            <a:r>
              <a:rPr lang="el-GR" b="1" dirty="0"/>
              <a:t>Οι Ιδιότητες του Δικτύου &amp; της Κίνησης</a:t>
            </a:r>
            <a:endParaRPr lang="en-US" dirty="0"/>
          </a:p>
        </p:txBody>
      </p:sp>
      <p:graphicFrame>
        <p:nvGraphicFramePr>
          <p:cNvPr id="5" name="Content Placeholder 2">
            <a:extLst>
              <a:ext uri="{FF2B5EF4-FFF2-40B4-BE49-F238E27FC236}">
                <a16:creationId xmlns:a16="http://schemas.microsoft.com/office/drawing/2014/main" id="{E06E0085-64CE-D8F3-2585-FBC149C9D2F7}"/>
              </a:ext>
            </a:extLst>
          </p:cNvPr>
          <p:cNvGraphicFramePr>
            <a:graphicFrameLocks noGrp="1"/>
          </p:cNvGraphicFramePr>
          <p:nvPr>
            <p:ph idx="1"/>
            <p:extLst>
              <p:ext uri="{D42A27DB-BD31-4B8C-83A1-F6EECF244321}">
                <p14:modId xmlns:p14="http://schemas.microsoft.com/office/powerpoint/2010/main" val="141997492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2162E5BD-25FB-FCAE-DE35-5255E989595B}"/>
              </a:ext>
            </a:extLst>
          </p:cNvPr>
          <p:cNvSpPr txBox="1"/>
          <p:nvPr/>
        </p:nvSpPr>
        <p:spPr>
          <a:xfrm>
            <a:off x="204216" y="6163438"/>
            <a:ext cx="11987784" cy="646331"/>
          </a:xfrm>
          <a:prstGeom prst="rect">
            <a:avLst/>
          </a:prstGeom>
          <a:noFill/>
        </p:spPr>
        <p:txBody>
          <a:bodyPr wrap="square" rtlCol="0">
            <a:spAutoFit/>
          </a:bodyPr>
          <a:lstStyle/>
          <a:p>
            <a:r>
              <a:rPr lang="el-GR" b="1" dirty="0"/>
              <a:t>Η Σύγκρουση:</a:t>
            </a:r>
            <a:r>
              <a:rPr lang="el-GR" dirty="0"/>
              <a:t> Η πηγή στέλνει ένα νέο πακέτο κάθε </a:t>
            </a:r>
            <a:r>
              <a:rPr lang="el-GR" b="1" dirty="0"/>
              <a:t>5ms</a:t>
            </a:r>
            <a:r>
              <a:rPr lang="el-GR" dirty="0"/>
              <a:t>. Ο router όμως χρειάζεται </a:t>
            </a:r>
            <a:r>
              <a:rPr lang="el-GR" b="1" dirty="0"/>
              <a:t>58ms</a:t>
            </a:r>
            <a:r>
              <a:rPr lang="el-GR" dirty="0"/>
              <a:t> για να ολοκληρώσει την αποστολή ενός πακέτου (8ms μετάδοση + 50ms ταξίδι). Αυτή η τεράστια αναντιστοιχία είναι η καρδιά της προσομοίωσής.</a:t>
            </a:r>
            <a:endParaRPr lang="en-US" dirty="0"/>
          </a:p>
        </p:txBody>
      </p:sp>
    </p:spTree>
    <p:extLst>
      <p:ext uri="{BB962C8B-B14F-4D97-AF65-F5344CB8AC3E}">
        <p14:creationId xmlns:p14="http://schemas.microsoft.com/office/powerpoint/2010/main" val="874597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Rectangle 24">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Freeform: Shape 32">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5" name="Rectangle 34">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09724C-B369-10C7-57B4-E5CF06E0F17C}"/>
              </a:ext>
            </a:extLst>
          </p:cNvPr>
          <p:cNvSpPr>
            <a:spLocks noGrp="1"/>
          </p:cNvSpPr>
          <p:nvPr>
            <p:ph type="ctrTitle"/>
          </p:nvPr>
        </p:nvSpPr>
        <p:spPr>
          <a:xfrm>
            <a:off x="466722" y="586855"/>
            <a:ext cx="3201366" cy="3387497"/>
          </a:xfrm>
        </p:spPr>
        <p:txBody>
          <a:bodyPr vert="horz" lIns="91440" tIns="45720" rIns="91440" bIns="45720" rtlCol="0" anchor="b">
            <a:normAutofit/>
          </a:bodyPr>
          <a:lstStyle/>
          <a:p>
            <a:r>
              <a:rPr lang="en-US" sz="3700" b="1" kern="1200" dirty="0" err="1">
                <a:solidFill>
                  <a:srgbClr val="FFFFFF"/>
                </a:solidFill>
                <a:latin typeface="+mj-lt"/>
                <a:ea typeface="+mj-ea"/>
                <a:cs typeface="+mj-cs"/>
              </a:rPr>
              <a:t>Αν</a:t>
            </a:r>
            <a:r>
              <a:rPr lang="en-US" sz="3700" b="1" kern="1200" dirty="0">
                <a:solidFill>
                  <a:srgbClr val="FFFFFF"/>
                </a:solidFill>
                <a:latin typeface="+mj-lt"/>
                <a:ea typeface="+mj-ea"/>
                <a:cs typeface="+mj-cs"/>
              </a:rPr>
              <a:t>ατομία της Συνολικής Καθυστέρησης (End-to-End Delay)</a:t>
            </a:r>
            <a:endParaRPr lang="en-US" sz="3700" kern="1200" dirty="0">
              <a:solidFill>
                <a:srgbClr val="FFFFFF"/>
              </a:solidFill>
              <a:latin typeface="+mj-lt"/>
              <a:ea typeface="+mj-ea"/>
              <a:cs typeface="+mj-cs"/>
            </a:endParaRPr>
          </a:p>
        </p:txBody>
      </p:sp>
      <p:sp>
        <p:nvSpPr>
          <p:cNvPr id="3" name="Subtitle 2">
            <a:extLst>
              <a:ext uri="{FF2B5EF4-FFF2-40B4-BE49-F238E27FC236}">
                <a16:creationId xmlns:a16="http://schemas.microsoft.com/office/drawing/2014/main" id="{7DFCEAC8-DF5E-B8C6-7598-602B648D45BE}"/>
              </a:ext>
            </a:extLst>
          </p:cNvPr>
          <p:cNvSpPr>
            <a:spLocks noGrp="1"/>
          </p:cNvSpPr>
          <p:nvPr>
            <p:ph type="subTitle" idx="1"/>
          </p:nvPr>
        </p:nvSpPr>
        <p:spPr>
          <a:xfrm>
            <a:off x="4810259" y="649480"/>
            <a:ext cx="6555347" cy="5546047"/>
          </a:xfrm>
        </p:spPr>
        <p:txBody>
          <a:bodyPr vert="horz" lIns="91440" tIns="45720" rIns="91440" bIns="45720" rtlCol="0" anchor="ctr">
            <a:normAutofit/>
          </a:bodyPr>
          <a:lstStyle/>
          <a:p>
            <a:pPr indent="-228600" algn="l">
              <a:buFont typeface="Arial" panose="020B0604020202020204" pitchFamily="34" charset="0"/>
              <a:buChar char="•"/>
            </a:pPr>
            <a:r>
              <a:rPr lang="en-US" sz="1600" dirty="0"/>
              <a:t>Η </a:t>
            </a:r>
            <a:r>
              <a:rPr lang="en-US" sz="1600" dirty="0" err="1"/>
              <a:t>συνολική</a:t>
            </a:r>
            <a:r>
              <a:rPr lang="en-US" sz="1600" dirty="0"/>
              <a:t> κα</a:t>
            </a:r>
            <a:r>
              <a:rPr lang="en-US" sz="1600" dirty="0" err="1"/>
              <a:t>θυστέρηση</a:t>
            </a:r>
            <a:r>
              <a:rPr lang="en-US" sz="1600" dirty="0"/>
              <a:t> απ</a:t>
            </a:r>
            <a:r>
              <a:rPr lang="en-US" sz="1600" dirty="0" err="1"/>
              <a:t>οτελείτ</a:t>
            </a:r>
            <a:r>
              <a:rPr lang="en-US" sz="1600" dirty="0"/>
              <a:t>αι από πολλά κομμάτια:</a:t>
            </a:r>
          </a:p>
          <a:p>
            <a:pPr indent="-228600" algn="l">
              <a:buFont typeface="Arial" panose="020B0604020202020204" pitchFamily="34" charset="0"/>
              <a:buChar char="•"/>
            </a:pPr>
            <a:r>
              <a:rPr lang="en-US" sz="1600" b="1" dirty="0"/>
              <a:t>Propagation Delay (Source → Router):</a:t>
            </a:r>
            <a:r>
              <a:rPr lang="en-US" sz="1600" dirty="0"/>
              <a:t> Ο </a:t>
            </a:r>
            <a:r>
              <a:rPr lang="en-US" sz="1600" dirty="0" err="1"/>
              <a:t>χρόνος</a:t>
            </a:r>
            <a:r>
              <a:rPr lang="en-US" sz="1600" dirty="0"/>
              <a:t> τα</a:t>
            </a:r>
            <a:r>
              <a:rPr lang="en-US" sz="1600" dirty="0" err="1"/>
              <a:t>ξιδιού</a:t>
            </a:r>
            <a:r>
              <a:rPr lang="en-US" sz="1600" dirty="0"/>
              <a:t> π</a:t>
            </a:r>
            <a:r>
              <a:rPr lang="en-US" sz="1600" dirty="0" err="1"/>
              <a:t>ρος</a:t>
            </a:r>
            <a:r>
              <a:rPr lang="en-US" sz="1600" dirty="0"/>
              <a:t> </a:t>
            </a:r>
            <a:r>
              <a:rPr lang="en-US" sz="1600" dirty="0" err="1"/>
              <a:t>τον</a:t>
            </a:r>
            <a:r>
              <a:rPr lang="en-US" sz="1600" dirty="0"/>
              <a:t> router.</a:t>
            </a:r>
          </a:p>
          <a:p>
            <a:pPr indent="-228600" algn="l">
              <a:buFont typeface="Arial" panose="020B0604020202020204" pitchFamily="34" charset="0"/>
              <a:buChar char="•"/>
            </a:pPr>
            <a:r>
              <a:rPr lang="en-US" sz="1600" b="1" dirty="0"/>
              <a:t>Queuing Delay (Router):</a:t>
            </a:r>
            <a:r>
              <a:rPr lang="en-US" sz="1600" dirty="0"/>
              <a:t> </a:t>
            </a:r>
            <a:r>
              <a:rPr lang="en-US" sz="1600" b="1" dirty="0"/>
              <a:t>Ο ΜΕΤΑΒΛΗΤΟΣ ΠΑΡΑΓΟΝΤΑΣ!</a:t>
            </a:r>
            <a:r>
              <a:rPr lang="en-US" sz="1600" dirty="0"/>
              <a:t> Ο </a:t>
            </a:r>
            <a:r>
              <a:rPr lang="en-US" sz="1600" dirty="0" err="1"/>
              <a:t>χρόνος</a:t>
            </a:r>
            <a:r>
              <a:rPr lang="en-US" sz="1600" dirty="0"/>
              <a:t> π</a:t>
            </a:r>
            <a:r>
              <a:rPr lang="en-US" sz="1600" dirty="0" err="1"/>
              <a:t>ου</a:t>
            </a:r>
            <a:r>
              <a:rPr lang="en-US" sz="1600" dirty="0"/>
              <a:t> </a:t>
            </a:r>
            <a:r>
              <a:rPr lang="en-US" sz="1600" dirty="0" err="1"/>
              <a:t>το</a:t>
            </a:r>
            <a:r>
              <a:rPr lang="en-US" sz="1600" dirty="0"/>
              <a:t> πα</a:t>
            </a:r>
            <a:r>
              <a:rPr lang="en-US" sz="1600" dirty="0" err="1"/>
              <a:t>κέτο</a:t>
            </a:r>
            <a:r>
              <a:rPr lang="en-US" sz="1600" dirty="0"/>
              <a:t> π</a:t>
            </a:r>
            <a:r>
              <a:rPr lang="en-US" sz="1600" dirty="0" err="1"/>
              <a:t>εριμένει</a:t>
            </a:r>
            <a:r>
              <a:rPr lang="en-US" sz="1600" dirty="0"/>
              <a:t> </a:t>
            </a:r>
            <a:r>
              <a:rPr lang="en-US" sz="1600" dirty="0" err="1"/>
              <a:t>στην</a:t>
            </a:r>
            <a:r>
              <a:rPr lang="en-US" sz="1600" dirty="0"/>
              <a:t> </a:t>
            </a:r>
            <a:r>
              <a:rPr lang="en-US" sz="1600" dirty="0" err="1"/>
              <a:t>ουρά</a:t>
            </a:r>
            <a:r>
              <a:rPr lang="en-US" sz="1600" dirty="0"/>
              <a:t>. Μπ</a:t>
            </a:r>
            <a:r>
              <a:rPr lang="en-US" sz="1600" dirty="0" err="1"/>
              <a:t>ορεί</a:t>
            </a:r>
            <a:r>
              <a:rPr lang="en-US" sz="1600" dirty="0"/>
              <a:t> να </a:t>
            </a:r>
            <a:r>
              <a:rPr lang="en-US" sz="1600" dirty="0" err="1"/>
              <a:t>είν</a:t>
            </a:r>
            <a:r>
              <a:rPr lang="en-US" sz="1600" dirty="0"/>
              <a:t>αι από μηδέν μέχρι πολύ μεγάλος.</a:t>
            </a:r>
          </a:p>
          <a:p>
            <a:pPr indent="-228600" algn="l">
              <a:buFont typeface="Arial" panose="020B0604020202020204" pitchFamily="34" charset="0"/>
              <a:buChar char="•"/>
            </a:pPr>
            <a:r>
              <a:rPr lang="en-US" sz="1600" b="1" dirty="0"/>
              <a:t>Transmission Delay (Router):</a:t>
            </a:r>
            <a:r>
              <a:rPr lang="en-US" sz="1600" dirty="0"/>
              <a:t> Ο </a:t>
            </a:r>
            <a:r>
              <a:rPr lang="en-US" sz="1600" dirty="0" err="1"/>
              <a:t>χρόνος</a:t>
            </a:r>
            <a:r>
              <a:rPr lang="en-US" sz="1600" dirty="0"/>
              <a:t> π</a:t>
            </a:r>
            <a:r>
              <a:rPr lang="en-US" sz="1600" dirty="0" err="1"/>
              <a:t>ου</a:t>
            </a:r>
            <a:r>
              <a:rPr lang="en-US" sz="1600" dirty="0"/>
              <a:t> ο router "</a:t>
            </a:r>
            <a:r>
              <a:rPr lang="en-US" sz="1600" dirty="0" err="1"/>
              <a:t>γράφει</a:t>
            </a:r>
            <a:r>
              <a:rPr lang="en-US" sz="1600" dirty="0"/>
              <a:t>" </a:t>
            </a:r>
            <a:r>
              <a:rPr lang="en-US" sz="1600" dirty="0" err="1"/>
              <a:t>το</a:t>
            </a:r>
            <a:r>
              <a:rPr lang="en-US" sz="1600" dirty="0"/>
              <a:t> πα</a:t>
            </a:r>
            <a:r>
              <a:rPr lang="en-US" sz="1600" dirty="0" err="1"/>
              <a:t>κέτο</a:t>
            </a:r>
            <a:r>
              <a:rPr lang="en-US" sz="1600" dirty="0"/>
              <a:t> </a:t>
            </a:r>
            <a:r>
              <a:rPr lang="en-US" sz="1600" dirty="0" err="1"/>
              <a:t>στην</a:t>
            </a:r>
            <a:r>
              <a:rPr lang="en-US" sz="1600" dirty="0"/>
              <a:t> </a:t>
            </a:r>
            <a:r>
              <a:rPr lang="en-US" sz="1600" dirty="0" err="1"/>
              <a:t>εξερχόμενη</a:t>
            </a:r>
            <a:r>
              <a:rPr lang="en-US" sz="1600" dirty="0"/>
              <a:t> </a:t>
            </a:r>
            <a:r>
              <a:rPr lang="en-US" sz="1600" dirty="0" err="1"/>
              <a:t>γρ</a:t>
            </a:r>
            <a:r>
              <a:rPr lang="en-US" sz="1600" dirty="0"/>
              <a:t>αμμή.</a:t>
            </a:r>
          </a:p>
          <a:p>
            <a:pPr indent="-228600" algn="l">
              <a:buFont typeface="Arial" panose="020B0604020202020204" pitchFamily="34" charset="0"/>
              <a:buChar char="•"/>
            </a:pPr>
            <a:r>
              <a:rPr lang="en-US" sz="1600" b="1" dirty="0"/>
              <a:t>Propagation Delay (Router → Destination):</a:t>
            </a:r>
            <a:r>
              <a:rPr lang="en-US" sz="1600" dirty="0"/>
              <a:t> Ο </a:t>
            </a:r>
            <a:r>
              <a:rPr lang="en-US" sz="1600" dirty="0" err="1"/>
              <a:t>χρόνος</a:t>
            </a:r>
            <a:r>
              <a:rPr lang="en-US" sz="1600" dirty="0"/>
              <a:t> τα</a:t>
            </a:r>
            <a:r>
              <a:rPr lang="en-US" sz="1600" dirty="0" err="1"/>
              <a:t>ξιδιού</a:t>
            </a:r>
            <a:r>
              <a:rPr lang="en-US" sz="1600" dirty="0"/>
              <a:t> π</a:t>
            </a:r>
            <a:r>
              <a:rPr lang="en-US" sz="1600" dirty="0" err="1"/>
              <a:t>ρος</a:t>
            </a:r>
            <a:r>
              <a:rPr lang="en-US" sz="1600" dirty="0"/>
              <a:t> </a:t>
            </a:r>
            <a:r>
              <a:rPr lang="en-US" sz="1600" dirty="0" err="1"/>
              <a:t>τον</a:t>
            </a:r>
            <a:r>
              <a:rPr lang="en-US" sz="1600" dirty="0"/>
              <a:t> π</a:t>
            </a:r>
            <a:r>
              <a:rPr lang="en-US" sz="1600" dirty="0" err="1"/>
              <a:t>ροορισμό</a:t>
            </a:r>
            <a:r>
              <a:rPr lang="en-US" sz="1600" dirty="0"/>
              <a:t>.</a:t>
            </a:r>
          </a:p>
          <a:p>
            <a:pPr indent="-228600" algn="l">
              <a:buFont typeface="Arial" panose="020B0604020202020204" pitchFamily="34" charset="0"/>
              <a:buChar char="•"/>
            </a:pPr>
            <a:r>
              <a:rPr lang="en-US" sz="1600" b="1" dirty="0" err="1"/>
              <a:t>Πώς</a:t>
            </a:r>
            <a:r>
              <a:rPr lang="en-US" sz="1600" b="1" dirty="0"/>
              <a:t> </a:t>
            </a:r>
            <a:r>
              <a:rPr lang="en-US" sz="1600" b="1" dirty="0" err="1"/>
              <a:t>το</a:t>
            </a:r>
            <a:r>
              <a:rPr lang="en-US" sz="1600" b="1" dirty="0"/>
              <a:t> </a:t>
            </a:r>
            <a:r>
              <a:rPr lang="en-US" sz="1600" b="1" dirty="0" err="1"/>
              <a:t>Υλο</a:t>
            </a:r>
            <a:r>
              <a:rPr lang="en-US" sz="1600" b="1" dirty="0"/>
              <a:t>ποιήσαμε:</a:t>
            </a:r>
            <a:endParaRPr lang="en-US" sz="1600" dirty="0"/>
          </a:p>
          <a:p>
            <a:pPr indent="-228600" algn="l">
              <a:buFont typeface="Arial" panose="020B0604020202020204" pitchFamily="34" charset="0"/>
              <a:buChar char="•"/>
            </a:pPr>
            <a:r>
              <a:rPr lang="en-US" sz="1600" dirty="0" err="1"/>
              <a:t>Δημιουργήσ</a:t>
            </a:r>
            <a:r>
              <a:rPr lang="en-US" sz="1600" dirty="0"/>
              <a:t>αμε μια κλάση Packet που λειτουργεί σαν ένα "δέμα με ετικέτα".</a:t>
            </a:r>
          </a:p>
          <a:p>
            <a:pPr indent="-228600" algn="l">
              <a:buFont typeface="Arial" panose="020B0604020202020204" pitchFamily="34" charset="0"/>
              <a:buChar char="•"/>
            </a:pPr>
            <a:r>
              <a:rPr lang="en-US" sz="1600" dirty="0" err="1"/>
              <a:t>Κάθε</a:t>
            </a:r>
            <a:r>
              <a:rPr lang="en-US" sz="1600" dirty="0"/>
              <a:t> πα</a:t>
            </a:r>
            <a:r>
              <a:rPr lang="en-US" sz="1600" dirty="0" err="1"/>
              <a:t>κέτο</a:t>
            </a:r>
            <a:r>
              <a:rPr lang="en-US" sz="1600" dirty="0"/>
              <a:t> </a:t>
            </a:r>
            <a:r>
              <a:rPr lang="en-US" sz="1600" dirty="0" err="1"/>
              <a:t>φέρει</a:t>
            </a:r>
            <a:r>
              <a:rPr lang="en-US" sz="1600" dirty="0"/>
              <a:t> π</a:t>
            </a:r>
            <a:r>
              <a:rPr lang="en-US" sz="1600" dirty="0" err="1"/>
              <a:t>άνω</a:t>
            </a:r>
            <a:r>
              <a:rPr lang="en-US" sz="1600" dirty="0"/>
              <a:t> </a:t>
            </a:r>
            <a:r>
              <a:rPr lang="en-US" sz="1600" dirty="0" err="1"/>
              <a:t>του</a:t>
            </a:r>
            <a:r>
              <a:rPr lang="en-US" sz="1600" dirty="0"/>
              <a:t> </a:t>
            </a:r>
            <a:r>
              <a:rPr lang="en-US" sz="1600" dirty="0" err="1"/>
              <a:t>τη</a:t>
            </a:r>
            <a:r>
              <a:rPr lang="en-US" sz="1600" dirty="0"/>
              <a:t> </a:t>
            </a:r>
            <a:r>
              <a:rPr lang="en-US" sz="1600" dirty="0" err="1"/>
              <a:t>χρονική</a:t>
            </a:r>
            <a:r>
              <a:rPr lang="en-US" sz="1600" dirty="0"/>
              <a:t> </a:t>
            </a:r>
            <a:r>
              <a:rPr lang="en-US" sz="1600" dirty="0" err="1"/>
              <a:t>σφρ</a:t>
            </a:r>
            <a:r>
              <a:rPr lang="en-US" sz="1600" dirty="0"/>
              <a:t>αγίδα της δημιουργίας του (time_created).</a:t>
            </a:r>
          </a:p>
          <a:p>
            <a:pPr indent="-228600" algn="l">
              <a:buFont typeface="Arial" panose="020B0604020202020204" pitchFamily="34" charset="0"/>
              <a:buChar char="•"/>
            </a:pPr>
            <a:r>
              <a:rPr lang="en-US" sz="1600" dirty="0" err="1"/>
              <a:t>Ότ</a:t>
            </a:r>
            <a:r>
              <a:rPr lang="en-US" sz="1600" dirty="0"/>
              <a:t>αν φτάνει στον προορισμό, απλώς αφαιρούμε: End-to-End Delay = arrival_time - time_created.</a:t>
            </a:r>
          </a:p>
          <a:p>
            <a:pPr indent="-228600" algn="l">
              <a:buFont typeface="Arial" panose="020B0604020202020204" pitchFamily="34" charset="0"/>
              <a:buChar char="•"/>
            </a:pPr>
            <a:endParaRPr lang="en-US" sz="1600" dirty="0"/>
          </a:p>
        </p:txBody>
      </p:sp>
    </p:spTree>
    <p:extLst>
      <p:ext uri="{BB962C8B-B14F-4D97-AF65-F5344CB8AC3E}">
        <p14:creationId xmlns:p14="http://schemas.microsoft.com/office/powerpoint/2010/main" val="3132705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50" name="Rectangle 4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Freeform: Shape 54">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7" name="Rectangle 56">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690270-BD5A-0889-FE6A-8129D123B369}"/>
              </a:ext>
            </a:extLst>
          </p:cNvPr>
          <p:cNvSpPr>
            <a:spLocks noGrp="1"/>
          </p:cNvSpPr>
          <p:nvPr>
            <p:ph type="title"/>
          </p:nvPr>
        </p:nvSpPr>
        <p:spPr>
          <a:xfrm>
            <a:off x="466722" y="586855"/>
            <a:ext cx="3201366" cy="3387497"/>
          </a:xfrm>
        </p:spPr>
        <p:txBody>
          <a:bodyPr anchor="b">
            <a:normAutofit/>
          </a:bodyPr>
          <a:lstStyle/>
          <a:p>
            <a:pPr algn="ctr"/>
            <a:r>
              <a:rPr lang="el-GR" sz="4000" b="1" dirty="0">
                <a:solidFill>
                  <a:srgbClr val="FFFFFF"/>
                </a:solidFill>
              </a:rPr>
              <a:t>Διαχείριση της Συμφόρησης</a:t>
            </a:r>
            <a:endParaRPr lang="en-US" sz="4000" dirty="0">
              <a:solidFill>
                <a:srgbClr val="FFFFFF"/>
              </a:solidFill>
            </a:endParaRPr>
          </a:p>
        </p:txBody>
      </p:sp>
      <p:graphicFrame>
        <p:nvGraphicFramePr>
          <p:cNvPr id="5" name="Content Placeholder 4">
            <a:extLst>
              <a:ext uri="{FF2B5EF4-FFF2-40B4-BE49-F238E27FC236}">
                <a16:creationId xmlns:a16="http://schemas.microsoft.com/office/drawing/2014/main" id="{6EE28F5D-2F80-B998-B911-3C29916887DF}"/>
              </a:ext>
            </a:extLst>
          </p:cNvPr>
          <p:cNvGraphicFramePr>
            <a:graphicFrameLocks noGrp="1"/>
          </p:cNvGraphicFramePr>
          <p:nvPr>
            <p:ph idx="1"/>
            <p:extLst>
              <p:ext uri="{D42A27DB-BD31-4B8C-83A1-F6EECF244321}">
                <p14:modId xmlns:p14="http://schemas.microsoft.com/office/powerpoint/2010/main" val="2727721538"/>
              </p:ext>
            </p:extLst>
          </p:nvPr>
        </p:nvGraphicFramePr>
        <p:xfrm>
          <a:off x="4810259" y="649480"/>
          <a:ext cx="6555347" cy="55460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909908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14396E4-C4E5-EAFF-0B9F-7BB5AF8DC05C}"/>
              </a:ext>
            </a:extLst>
          </p:cNvPr>
          <p:cNvPicPr>
            <a:picLocks noChangeAspect="1"/>
          </p:cNvPicPr>
          <p:nvPr/>
        </p:nvPicPr>
        <p:blipFill>
          <a:blip r:embed="rId2">
            <a:duotone>
              <a:schemeClr val="bg2">
                <a:shade val="45000"/>
                <a:satMod val="135000"/>
              </a:schemeClr>
              <a:prstClr val="white"/>
            </a:duotone>
          </a:blip>
          <a:srcRect t="25325" b="9457"/>
          <a:stretch>
            <a:fillRect/>
          </a:stretch>
        </p:blipFill>
        <p:spPr>
          <a:xfrm>
            <a:off x="20" y="10"/>
            <a:ext cx="12191980" cy="6857990"/>
          </a:xfrm>
          <a:prstGeom prst="rect">
            <a:avLst/>
          </a:prstGeom>
        </p:spPr>
      </p:pic>
      <p:sp>
        <p:nvSpPr>
          <p:cNvPr id="20" name="Rectangle 1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Diagram 3">
            <a:extLst>
              <a:ext uri="{FF2B5EF4-FFF2-40B4-BE49-F238E27FC236}">
                <a16:creationId xmlns:a16="http://schemas.microsoft.com/office/drawing/2014/main" id="{7C515674-5814-A146-471D-49C5999FC2A6}"/>
              </a:ext>
            </a:extLst>
          </p:cNvPr>
          <p:cNvGraphicFramePr/>
          <p:nvPr>
            <p:extLst>
              <p:ext uri="{D42A27DB-BD31-4B8C-83A1-F6EECF244321}">
                <p14:modId xmlns:p14="http://schemas.microsoft.com/office/powerpoint/2010/main" val="3227629140"/>
              </p:ext>
            </p:extLst>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Content Placeholder 2">
            <a:extLst>
              <a:ext uri="{FF2B5EF4-FFF2-40B4-BE49-F238E27FC236}">
                <a16:creationId xmlns:a16="http://schemas.microsoft.com/office/drawing/2014/main" id="{9DF44E60-03CB-C21E-1052-04C0334B4C6A}"/>
              </a:ext>
            </a:extLst>
          </p:cNvPr>
          <p:cNvGraphicFramePr>
            <a:graphicFrameLocks noGrp="1"/>
          </p:cNvGraphicFramePr>
          <p:nvPr>
            <p:ph idx="1"/>
            <p:extLst>
              <p:ext uri="{D42A27DB-BD31-4B8C-83A1-F6EECF244321}">
                <p14:modId xmlns:p14="http://schemas.microsoft.com/office/powerpoint/2010/main" val="3927519561"/>
              </p:ext>
            </p:extLst>
          </p:nvPr>
        </p:nvGraphicFramePr>
        <p:xfrm>
          <a:off x="838200" y="2304287"/>
          <a:ext cx="10515600" cy="418858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7" name="TextBox 6">
            <a:extLst>
              <a:ext uri="{FF2B5EF4-FFF2-40B4-BE49-F238E27FC236}">
                <a16:creationId xmlns:a16="http://schemas.microsoft.com/office/drawing/2014/main" id="{6AF6A19E-59CC-24E5-FE3F-75C8ABC52D6B}"/>
              </a:ext>
            </a:extLst>
          </p:cNvPr>
          <p:cNvSpPr txBox="1"/>
          <p:nvPr/>
        </p:nvSpPr>
        <p:spPr>
          <a:xfrm>
            <a:off x="838200" y="1812821"/>
            <a:ext cx="7772400" cy="369332"/>
          </a:xfrm>
          <a:prstGeom prst="rect">
            <a:avLst/>
          </a:prstGeom>
          <a:noFill/>
        </p:spPr>
        <p:txBody>
          <a:bodyPr wrap="square" rtlCol="0">
            <a:spAutoFit/>
          </a:bodyPr>
          <a:lstStyle/>
          <a:p>
            <a:pPr lvl="0"/>
            <a:r>
              <a:rPr lang="el-GR" b="1" dirty="0"/>
              <a:t>Για να αξιολογήσουμε την απόδοση, συλλέξαμε 4 βασικές μετρικές:</a:t>
            </a:r>
            <a:endParaRPr lang="en-US" b="1" dirty="0"/>
          </a:p>
        </p:txBody>
      </p:sp>
    </p:spTree>
    <p:extLst>
      <p:ext uri="{BB962C8B-B14F-4D97-AF65-F5344CB8AC3E}">
        <p14:creationId xmlns:p14="http://schemas.microsoft.com/office/powerpoint/2010/main" val="37341838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aphicFrame>
        <p:nvGraphicFramePr>
          <p:cNvPr id="33" name="Diagram 32">
            <a:extLst>
              <a:ext uri="{FF2B5EF4-FFF2-40B4-BE49-F238E27FC236}">
                <a16:creationId xmlns:a16="http://schemas.microsoft.com/office/drawing/2014/main" id="{EB98B89E-6E00-1104-D0C5-B7A4F2369204}"/>
              </a:ext>
            </a:extLst>
          </p:cNvPr>
          <p:cNvGraphicFramePr/>
          <p:nvPr>
            <p:extLst>
              <p:ext uri="{D42A27DB-BD31-4B8C-83A1-F6EECF244321}">
                <p14:modId xmlns:p14="http://schemas.microsoft.com/office/powerpoint/2010/main" val="1796463840"/>
              </p:ext>
            </p:extLst>
          </p:nvPr>
        </p:nvGraphicFramePr>
        <p:xfrm>
          <a:off x="838201" y="3998018"/>
          <a:ext cx="3981854" cy="22165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7" name="Arc 36">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E4A1DD2-BE61-9253-AD7C-014CFB5ACCFA}"/>
              </a:ext>
            </a:extLst>
          </p:cNvPr>
          <p:cNvSpPr>
            <a:spLocks noGrp="1"/>
          </p:cNvSpPr>
          <p:nvPr>
            <p:ph type="body" sz="half" idx="2"/>
          </p:nvPr>
        </p:nvSpPr>
        <p:spPr>
          <a:xfrm>
            <a:off x="5040106" y="3568988"/>
            <a:ext cx="6382966" cy="2216512"/>
          </a:xfrm>
        </p:spPr>
        <p:txBody>
          <a:bodyPr vert="horz" lIns="91440" tIns="45720" rIns="91440" bIns="45720" rtlCol="0">
            <a:noAutofit/>
          </a:bodyPr>
          <a:lstStyle/>
          <a:p>
            <a:r>
              <a:rPr lang="el-GR" b="1" dirty="0"/>
              <a:t>Γράφημα 1: </a:t>
            </a:r>
            <a:r>
              <a:rPr lang="en-US" b="1" dirty="0"/>
              <a:t>End-to-End Delay</a:t>
            </a:r>
            <a:br>
              <a:rPr lang="el-GR" b="1" dirty="0"/>
            </a:br>
            <a:br>
              <a:rPr lang="el-GR" b="1" dirty="0"/>
            </a:br>
            <a:r>
              <a:rPr lang="el-GR" b="1" dirty="0"/>
              <a:t>Φάση 1 (Αρχή):</a:t>
            </a:r>
            <a:r>
              <a:rPr lang="el-GR" dirty="0"/>
              <a:t> Η καθυστέρηση είναι χαμηλή και σταθερή. Η ουρά είναι άδεια.</a:t>
            </a:r>
          </a:p>
          <a:p>
            <a:r>
              <a:rPr lang="el-GR" b="1" dirty="0"/>
              <a:t>Φάση 2 (Ανάπτυξη):</a:t>
            </a:r>
            <a:r>
              <a:rPr lang="el-GR" dirty="0"/>
              <a:t> Βλέπουμε μια απότομη, σχεδόν γραμμική αύξηση. Κάθε νέο πακέτο πρέπει να περιμένει όλο και περισσότερα πακέτα που βρίσκονται ήδη στην ουρά.</a:t>
            </a:r>
          </a:p>
          <a:p>
            <a:r>
              <a:rPr lang="el-GR" b="1" dirty="0"/>
              <a:t>Φάση 3 (Κορεσμός):</a:t>
            </a:r>
            <a:r>
              <a:rPr lang="el-GR" dirty="0"/>
              <a:t> Η καθυστέρηση σταθεροποιείται σε μια πολύ υψηλή τιμή. Η ουρά είναι μόνιμα γεμάτη, οπότε ο χρόνος αναμονής φτάνει στο μέγιστό του.</a:t>
            </a:r>
          </a:p>
          <a:p>
            <a:br>
              <a:rPr lang="en-US" sz="1400" dirty="0"/>
            </a:br>
            <a:br>
              <a:rPr lang="en-US" sz="1400" dirty="0"/>
            </a:br>
            <a:endParaRPr lang="en-US" sz="1400" dirty="0"/>
          </a:p>
        </p:txBody>
      </p:sp>
      <p:pic>
        <p:nvPicPr>
          <p:cNvPr id="4" name="Picture 3">
            <a:extLst>
              <a:ext uri="{FF2B5EF4-FFF2-40B4-BE49-F238E27FC236}">
                <a16:creationId xmlns:a16="http://schemas.microsoft.com/office/drawing/2014/main" id="{AC926E2F-1D3B-B6CE-82B4-0F553C173059}"/>
              </a:ext>
            </a:extLst>
          </p:cNvPr>
          <p:cNvPicPr>
            <a:picLocks noChangeAspect="1"/>
          </p:cNvPicPr>
          <p:nvPr/>
        </p:nvPicPr>
        <p:blipFill>
          <a:blip r:embed="rId7"/>
          <a:stretch>
            <a:fillRect/>
          </a:stretch>
        </p:blipFill>
        <p:spPr>
          <a:xfrm>
            <a:off x="0" y="17849"/>
            <a:ext cx="12192000" cy="3104261"/>
          </a:xfrm>
          <a:prstGeom prst="rect">
            <a:avLst/>
          </a:prstGeom>
        </p:spPr>
      </p:pic>
    </p:spTree>
    <p:extLst>
      <p:ext uri="{BB962C8B-B14F-4D97-AF65-F5344CB8AC3E}">
        <p14:creationId xmlns:p14="http://schemas.microsoft.com/office/powerpoint/2010/main" val="3511392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B8B50BD2-AB94-0E44-4C56-D98003A5C3E1}"/>
              </a:ext>
            </a:extLst>
          </p:cNvPr>
          <p:cNvSpPr>
            <a:spLocks noGrp="1"/>
          </p:cNvSpPr>
          <p:nvPr>
            <p:ph type="ctrTitle"/>
          </p:nvPr>
        </p:nvSpPr>
        <p:spPr>
          <a:xfrm>
            <a:off x="826396" y="586855"/>
            <a:ext cx="4230100" cy="3387497"/>
          </a:xfrm>
        </p:spPr>
        <p:txBody>
          <a:bodyPr vert="horz" lIns="91440" tIns="45720" rIns="91440" bIns="45720" rtlCol="0" anchor="b">
            <a:normAutofit/>
          </a:bodyPr>
          <a:lstStyle/>
          <a:p>
            <a:r>
              <a:rPr lang="en-US" sz="4000" b="1" kern="1200" dirty="0" err="1">
                <a:solidFill>
                  <a:srgbClr val="FFFFFF"/>
                </a:solidFill>
                <a:latin typeface="+mj-lt"/>
                <a:ea typeface="+mj-ea"/>
                <a:cs typeface="+mj-cs"/>
              </a:rPr>
              <a:t>Ανάλυση</a:t>
            </a:r>
            <a:r>
              <a:rPr lang="en-US" sz="4000" b="1" kern="1200" dirty="0">
                <a:solidFill>
                  <a:srgbClr val="FFFFFF"/>
                </a:solidFill>
                <a:latin typeface="+mj-lt"/>
                <a:ea typeface="+mj-ea"/>
                <a:cs typeface="+mj-cs"/>
              </a:rPr>
              <a:t> </a:t>
            </a:r>
            <a:r>
              <a:rPr lang="en-US" sz="4000" b="1" kern="1200" dirty="0" err="1">
                <a:solidFill>
                  <a:srgbClr val="FFFFFF"/>
                </a:solidFill>
                <a:latin typeface="+mj-lt"/>
                <a:ea typeface="+mj-ea"/>
                <a:cs typeface="+mj-cs"/>
              </a:rPr>
              <a:t>του</a:t>
            </a:r>
            <a:r>
              <a:rPr lang="en-US" sz="4000" b="1" kern="1200" dirty="0">
                <a:solidFill>
                  <a:srgbClr val="FFFFFF"/>
                </a:solidFill>
                <a:latin typeface="+mj-lt"/>
                <a:ea typeface="+mj-ea"/>
                <a:cs typeface="+mj-cs"/>
              </a:rPr>
              <a:t> </a:t>
            </a:r>
            <a:r>
              <a:rPr lang="en-US" sz="4000" b="1" kern="1200" dirty="0" err="1">
                <a:solidFill>
                  <a:srgbClr val="FFFFFF"/>
                </a:solidFill>
                <a:latin typeface="+mj-lt"/>
                <a:ea typeface="+mj-ea"/>
                <a:cs typeface="+mj-cs"/>
              </a:rPr>
              <a:t>Γρ</a:t>
            </a:r>
            <a:r>
              <a:rPr lang="en-US" sz="4000" b="1" kern="1200" dirty="0">
                <a:solidFill>
                  <a:srgbClr val="FFFFFF"/>
                </a:solidFill>
                <a:latin typeface="+mj-lt"/>
                <a:ea typeface="+mj-ea"/>
                <a:cs typeface="+mj-cs"/>
              </a:rPr>
              <a:t>αφήματος</a:t>
            </a:r>
            <a:br>
              <a:rPr lang="el-GR" sz="4000" b="1" kern="1200" dirty="0">
                <a:solidFill>
                  <a:srgbClr val="FFFFFF"/>
                </a:solidFill>
                <a:latin typeface="+mj-lt"/>
                <a:ea typeface="+mj-ea"/>
                <a:cs typeface="+mj-cs"/>
              </a:rPr>
            </a:br>
            <a:r>
              <a:rPr lang="en-US" sz="4000" b="1" dirty="0">
                <a:solidFill>
                  <a:schemeClr val="bg1"/>
                </a:solidFill>
              </a:rPr>
              <a:t>End-to-End Delay</a:t>
            </a:r>
            <a:br>
              <a:rPr lang="en-US" sz="4000" b="1" kern="1200" dirty="0">
                <a:solidFill>
                  <a:srgbClr val="FFFFFF"/>
                </a:solidFill>
                <a:latin typeface="+mj-lt"/>
                <a:ea typeface="+mj-ea"/>
                <a:cs typeface="+mj-cs"/>
              </a:rPr>
            </a:br>
            <a:endParaRPr lang="en-US" sz="4000" kern="1200" dirty="0">
              <a:solidFill>
                <a:srgbClr val="FFFFFF"/>
              </a:solidFill>
              <a:latin typeface="+mj-lt"/>
              <a:ea typeface="+mj-ea"/>
              <a:cs typeface="+mj-cs"/>
            </a:endParaRPr>
          </a:p>
        </p:txBody>
      </p:sp>
      <p:sp>
        <p:nvSpPr>
          <p:cNvPr id="5" name="Subtitle 4">
            <a:extLst>
              <a:ext uri="{FF2B5EF4-FFF2-40B4-BE49-F238E27FC236}">
                <a16:creationId xmlns:a16="http://schemas.microsoft.com/office/drawing/2014/main" id="{C7EF3E07-E523-75D0-BA13-79DD304D5514}"/>
              </a:ext>
            </a:extLst>
          </p:cNvPr>
          <p:cNvSpPr>
            <a:spLocks noGrp="1"/>
          </p:cNvSpPr>
          <p:nvPr>
            <p:ph type="subTitle" idx="1"/>
          </p:nvPr>
        </p:nvSpPr>
        <p:spPr>
          <a:xfrm>
            <a:off x="5733289" y="109728"/>
            <a:ext cx="6457946" cy="6748269"/>
          </a:xfrm>
        </p:spPr>
        <p:txBody>
          <a:bodyPr vert="horz" lIns="91440" tIns="45720" rIns="91440" bIns="45720" rtlCol="0" anchor="ctr">
            <a:noAutofit/>
          </a:bodyPr>
          <a:lstStyle/>
          <a:p>
            <a:r>
              <a:rPr lang="el-GR" sz="1400" b="1" dirty="0"/>
              <a:t>Φάση 1: Η Αρχή</a:t>
            </a:r>
            <a:br>
              <a:rPr lang="en-US" sz="1400" b="1" dirty="0"/>
            </a:br>
            <a:r>
              <a:rPr lang="el-GR" sz="1400" b="1" dirty="0"/>
              <a:t>Τι συμβαίνει:</a:t>
            </a:r>
            <a:r>
              <a:rPr lang="el-GR" sz="1400" dirty="0"/>
              <a:t> Το πρώτο πακέτο (Packet 0) φτάνει στον router και τον βρίσκει εντελώς άδειο.</a:t>
            </a:r>
          </a:p>
          <a:p>
            <a:pPr lvl="1"/>
            <a:r>
              <a:rPr lang="el-GR" sz="1400" b="1" dirty="0"/>
              <a:t>Υπολογισμός Ελάχιστης Καθυστέρησης:</a:t>
            </a:r>
            <a:endParaRPr lang="el-GR" sz="1400" dirty="0"/>
          </a:p>
          <a:p>
            <a:pPr lvl="2"/>
            <a:r>
              <a:rPr lang="el-GR" sz="1400" dirty="0"/>
              <a:t>Καθυστέρηση Διάδοσης 1 (Source → Router): </a:t>
            </a:r>
            <a:r>
              <a:rPr lang="el-GR" sz="1400" b="1" dirty="0"/>
              <a:t>0.050s</a:t>
            </a:r>
            <a:endParaRPr lang="el-GR" sz="1400" dirty="0"/>
          </a:p>
          <a:p>
            <a:pPr lvl="2"/>
            <a:r>
              <a:rPr lang="el-GR" sz="1400" dirty="0"/>
              <a:t>Καθυστέρηση στην Ουρά (Queuing Delay): </a:t>
            </a:r>
            <a:r>
              <a:rPr lang="el-GR" sz="1400" b="1" dirty="0"/>
              <a:t>0s</a:t>
            </a:r>
            <a:r>
              <a:rPr lang="el-GR" sz="1400" dirty="0"/>
              <a:t> (δεν περιμένει καθόλου)</a:t>
            </a:r>
          </a:p>
          <a:p>
            <a:pPr lvl="2"/>
            <a:r>
              <a:rPr lang="el-GR" sz="1400" dirty="0"/>
              <a:t>Καθυστέρηση Μετάδοσης (Transmission Delay): </a:t>
            </a:r>
            <a:r>
              <a:rPr lang="el-GR" sz="1400" b="1" dirty="0"/>
              <a:t>0.008s</a:t>
            </a:r>
            <a:endParaRPr lang="el-GR" sz="1400" dirty="0"/>
          </a:p>
          <a:p>
            <a:pPr lvl="2"/>
            <a:r>
              <a:rPr lang="el-GR" sz="1400" dirty="0"/>
              <a:t>Καθυστέρηση Διάδοσης 2 (Router → Destination): </a:t>
            </a:r>
            <a:r>
              <a:rPr lang="el-GR" sz="1400" b="1" dirty="0"/>
              <a:t>0.050s</a:t>
            </a:r>
            <a:endParaRPr lang="el-GR" sz="1400" dirty="0"/>
          </a:p>
          <a:p>
            <a:pPr lvl="1"/>
            <a:r>
              <a:rPr lang="el-GR" sz="1400" b="1" dirty="0"/>
              <a:t>Συνολική Καθυστέρηση (ελάχιστη):</a:t>
            </a:r>
            <a:r>
              <a:rPr lang="el-GR" sz="1400" dirty="0"/>
              <a:t> 0.050 + 0 + 0.008 + 0.050 = </a:t>
            </a:r>
            <a:r>
              <a:rPr lang="el-GR" sz="1400" b="1" dirty="0"/>
              <a:t>0.108s</a:t>
            </a:r>
            <a:endParaRPr lang="el-GR" sz="1400" dirty="0"/>
          </a:p>
          <a:p>
            <a:pPr lvl="1"/>
            <a:r>
              <a:rPr lang="el-GR" sz="1400" b="1" dirty="0"/>
              <a:t>Στο Γράφημα:</a:t>
            </a:r>
            <a:r>
              <a:rPr lang="el-GR" sz="1400" dirty="0"/>
              <a:t> Το πρώτο σημείο είναι περίπου στο y = 0.11.</a:t>
            </a:r>
          </a:p>
          <a:p>
            <a:r>
              <a:rPr lang="el-GR" sz="1400" b="1" dirty="0"/>
              <a:t>Φάση 2: Η Απότομη Αύξηση (Η Ουρά Γεμίζει)</a:t>
            </a:r>
            <a:endParaRPr lang="el-GR" sz="1400" dirty="0"/>
          </a:p>
          <a:p>
            <a:pPr lvl="1"/>
            <a:r>
              <a:rPr lang="el-GR" sz="1400" b="1" dirty="0"/>
              <a:t>Το Μοτίβο:</a:t>
            </a:r>
            <a:r>
              <a:rPr lang="el-GR" sz="1400" dirty="0"/>
              <a:t> Κάθε νέο πακέτο φτάνει στον router 5ms μετά το προηγούμενο. Όμως, ο router χρειάζεται 58ms για να εξυπηρετήσει ένα πακέτο. Έτσι, η ουρά γεμίζει ταχύτατα.</a:t>
            </a:r>
          </a:p>
          <a:p>
            <a:pPr lvl="1"/>
            <a:r>
              <a:rPr lang="el-GR" sz="1400" b="1" dirty="0"/>
              <a:t>Η Αύξηση της Καθυστέρησης:</a:t>
            </a:r>
            <a:r>
              <a:rPr lang="el-GR" sz="1400" dirty="0"/>
              <a:t> Κάθε πακέτο που μπαίνει στην ουρά πρέπει να περιμένει για όλα τα προηγούμενα. Επειδή η αναμονή αυτή αυξάνεται συνεχώς, η συνολική καθυστέρηση στο γράφημα εμφανίζεται ως μια </a:t>
            </a:r>
            <a:r>
              <a:rPr lang="el-GR" sz="1400" b="1" dirty="0"/>
              <a:t>ευθεία γραμμή με απότομη κλίση</a:t>
            </a:r>
            <a:r>
              <a:rPr lang="el-GR" sz="1400" dirty="0"/>
              <a:t>.</a:t>
            </a:r>
          </a:p>
          <a:p>
            <a:r>
              <a:rPr lang="el-GR" sz="1400" b="1" dirty="0"/>
              <a:t>Φάση 3: Η Ουρά Είναι Γεμάτη (Ο Κορεσμός)</a:t>
            </a:r>
            <a:endParaRPr lang="el-GR" sz="1400" dirty="0"/>
          </a:p>
          <a:p>
            <a:pPr lvl="1"/>
            <a:r>
              <a:rPr lang="el-GR" sz="1400" b="1" dirty="0"/>
              <a:t>Η Λογική του Κορεσμού:</a:t>
            </a:r>
            <a:r>
              <a:rPr lang="el-GR" sz="1400" dirty="0"/>
              <a:t> Από εδώ και πέρα, κάθε πακέτο που καταφέρνει να μπει στην ουρά (δηλαδή δεν απορρίπτεται), βρίσκει μπροστά του πάντα μια γεμάτη ουρά 10 πακέτων.</a:t>
            </a:r>
          </a:p>
          <a:p>
            <a:pPr lvl="1"/>
            <a:r>
              <a:rPr lang="el-GR" sz="1400" b="1" dirty="0"/>
              <a:t>Μέγιστη Καθυστέρηση:</a:t>
            </a:r>
            <a:r>
              <a:rPr lang="el-GR" sz="1400" dirty="0"/>
              <a:t> Ο χρόνος αναμονής στην ουρά σταθεροποιείται στο μέγιστο δυνατό: ο χρόνος που χρειάζεται ο router για να εξυπηρετήσει τα 9 πακέτα που είναι ήδη εκεί.</a:t>
            </a:r>
          </a:p>
          <a:p>
            <a:pPr lvl="1"/>
            <a:r>
              <a:rPr lang="el-GR" sz="1400" b="1" dirty="0"/>
              <a:t>Υπολογισμός (περίπου):</a:t>
            </a:r>
            <a:r>
              <a:rPr lang="el-GR" sz="1400" dirty="0"/>
              <a:t> 9 πακέτα * 0.058 s/πακέτο ≈ </a:t>
            </a:r>
            <a:r>
              <a:rPr lang="el-GR" sz="1400" b="1" dirty="0"/>
              <a:t>0.52s</a:t>
            </a:r>
            <a:r>
              <a:rPr lang="el-GR" sz="1400" dirty="0"/>
              <a:t> (μόνο η αναμονή στην ουρά!). Η συνολική καθυστέρηση πλησιάζει τα </a:t>
            </a:r>
            <a:r>
              <a:rPr lang="el-GR" sz="1400" b="1" dirty="0"/>
              <a:t>0.63s</a:t>
            </a:r>
            <a:r>
              <a:rPr lang="el-GR" sz="1400" dirty="0"/>
              <a:t> (0.52s + 0.108s).</a:t>
            </a:r>
          </a:p>
        </p:txBody>
      </p:sp>
    </p:spTree>
    <p:extLst>
      <p:ext uri="{BB962C8B-B14F-4D97-AF65-F5344CB8AC3E}">
        <p14:creationId xmlns:p14="http://schemas.microsoft.com/office/powerpoint/2010/main" val="217109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A91F18D-2EF9-59B9-6144-1276F5E98AA1}"/>
            </a:ext>
          </a:extLst>
        </p:cNvPr>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3BD460BD-26EB-E0D4-65BA-A2F3F82CC2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aphicFrame>
        <p:nvGraphicFramePr>
          <p:cNvPr id="33" name="Diagram 32">
            <a:extLst>
              <a:ext uri="{FF2B5EF4-FFF2-40B4-BE49-F238E27FC236}">
                <a16:creationId xmlns:a16="http://schemas.microsoft.com/office/drawing/2014/main" id="{BEC4A611-D4FF-5C6C-11BB-B1EF48A16371}"/>
              </a:ext>
            </a:extLst>
          </p:cNvPr>
          <p:cNvGraphicFramePr/>
          <p:nvPr/>
        </p:nvGraphicFramePr>
        <p:xfrm>
          <a:off x="838201" y="3998018"/>
          <a:ext cx="3981854" cy="22165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7" name="Arc 36">
            <a:extLst>
              <a:ext uri="{FF2B5EF4-FFF2-40B4-BE49-F238E27FC236}">
                <a16:creationId xmlns:a16="http://schemas.microsoft.com/office/drawing/2014/main" id="{027F4B77-16A9-E490-581F-47DBFC8E5A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8B7E9A36-57D3-E5A4-6A27-0CE89700D2D1}"/>
              </a:ext>
            </a:extLst>
          </p:cNvPr>
          <p:cNvSpPr>
            <a:spLocks noGrp="1"/>
          </p:cNvSpPr>
          <p:nvPr>
            <p:ph type="body" sz="half" idx="2"/>
          </p:nvPr>
        </p:nvSpPr>
        <p:spPr>
          <a:xfrm>
            <a:off x="5040106" y="3568988"/>
            <a:ext cx="6382966" cy="2216512"/>
          </a:xfrm>
        </p:spPr>
        <p:txBody>
          <a:bodyPr vert="horz" lIns="91440" tIns="45720" rIns="91440" bIns="45720" rtlCol="0">
            <a:noAutofit/>
          </a:bodyPr>
          <a:lstStyle/>
          <a:p>
            <a:r>
              <a:rPr lang="el-GR" b="1" dirty="0"/>
              <a:t>Γράφημα 2: Μέγεθος Ουράς Router</a:t>
            </a:r>
            <a:endParaRPr lang="el-GR" dirty="0"/>
          </a:p>
          <a:p>
            <a:r>
              <a:rPr lang="el-GR" b="1" dirty="0"/>
              <a:t>Φάση 1 (Γέμισμα):</a:t>
            </a:r>
            <a:r>
              <a:rPr lang="el-GR" dirty="0"/>
              <a:t> Μια κατακόρυφη αύξηση από το 0 στο 10. Η ουρά γεμίζει αστραπιαία, επιβεβαιώνοντας ότι οι αφίξεις είναι πολύ ταχύτερες από τις αναχωρήσεις.</a:t>
            </a:r>
          </a:p>
          <a:p>
            <a:r>
              <a:rPr lang="el-GR" b="1" dirty="0"/>
              <a:t>Φάση 2 (Πλατό):</a:t>
            </a:r>
            <a:r>
              <a:rPr lang="el-GR" dirty="0"/>
              <a:t> Η γραμμή παραμένει "κολλημένη" στο 10. Αυτό είναι το οπτικό αποτύπωμα της συνεχούς συμφόρησης. Για κάθε ένα πακέτο που φεύγει, ένα νέο φτάνει και παίρνει τη θέση του, ενώ άλλα απορρίπτονται.</a:t>
            </a:r>
          </a:p>
        </p:txBody>
      </p:sp>
      <p:pic>
        <p:nvPicPr>
          <p:cNvPr id="5" name="Picture 4">
            <a:extLst>
              <a:ext uri="{FF2B5EF4-FFF2-40B4-BE49-F238E27FC236}">
                <a16:creationId xmlns:a16="http://schemas.microsoft.com/office/drawing/2014/main" id="{537EC019-17B0-65D5-B551-E87ED53796EC}"/>
              </a:ext>
            </a:extLst>
          </p:cNvPr>
          <p:cNvPicPr>
            <a:picLocks noChangeAspect="1"/>
          </p:cNvPicPr>
          <p:nvPr/>
        </p:nvPicPr>
        <p:blipFill>
          <a:blip r:embed="rId7"/>
          <a:stretch>
            <a:fillRect/>
          </a:stretch>
        </p:blipFill>
        <p:spPr>
          <a:xfrm>
            <a:off x="0" y="116413"/>
            <a:ext cx="12192000" cy="3082958"/>
          </a:xfrm>
          <a:prstGeom prst="rect">
            <a:avLst/>
          </a:prstGeom>
        </p:spPr>
      </p:pic>
    </p:spTree>
    <p:extLst>
      <p:ext uri="{BB962C8B-B14F-4D97-AF65-F5344CB8AC3E}">
        <p14:creationId xmlns:p14="http://schemas.microsoft.com/office/powerpoint/2010/main" val="42604141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3E0754-F27A-156D-4808-B285869836F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7669303-83FC-F982-1F7E-CF40F4128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31EDD2A-65DA-28F3-6C68-C74F49E31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B1170CA-6D00-94A0-485B-D93168FE6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1ED1E00-E86C-6C1F-069E-608832CAD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F2333924-2D4A-A353-2B47-27A6D9A91D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9C430643-561E-22A0-FA3A-1DEA648A2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AA0EEB6C-4456-4352-7184-CC8FDBB75763}"/>
              </a:ext>
            </a:extLst>
          </p:cNvPr>
          <p:cNvSpPr>
            <a:spLocks noGrp="1"/>
          </p:cNvSpPr>
          <p:nvPr>
            <p:ph type="ctrTitle"/>
          </p:nvPr>
        </p:nvSpPr>
        <p:spPr>
          <a:xfrm>
            <a:off x="826396" y="586855"/>
            <a:ext cx="4230100" cy="3387497"/>
          </a:xfrm>
        </p:spPr>
        <p:txBody>
          <a:bodyPr vert="horz" lIns="91440" tIns="45720" rIns="91440" bIns="45720" rtlCol="0" anchor="b">
            <a:normAutofit/>
          </a:bodyPr>
          <a:lstStyle/>
          <a:p>
            <a:r>
              <a:rPr lang="en-US" sz="4000" b="1" kern="1200" dirty="0" err="1">
                <a:solidFill>
                  <a:srgbClr val="FFFFFF"/>
                </a:solidFill>
                <a:latin typeface="+mj-lt"/>
                <a:ea typeface="+mj-ea"/>
                <a:cs typeface="+mj-cs"/>
              </a:rPr>
              <a:t>Ανάλυση</a:t>
            </a:r>
            <a:r>
              <a:rPr lang="en-US" sz="4000" b="1" kern="1200" dirty="0">
                <a:solidFill>
                  <a:srgbClr val="FFFFFF"/>
                </a:solidFill>
                <a:latin typeface="+mj-lt"/>
                <a:ea typeface="+mj-ea"/>
                <a:cs typeface="+mj-cs"/>
              </a:rPr>
              <a:t> </a:t>
            </a:r>
            <a:r>
              <a:rPr lang="en-US" sz="4000" b="1" kern="1200" dirty="0" err="1">
                <a:solidFill>
                  <a:srgbClr val="FFFFFF"/>
                </a:solidFill>
                <a:latin typeface="+mj-lt"/>
                <a:ea typeface="+mj-ea"/>
                <a:cs typeface="+mj-cs"/>
              </a:rPr>
              <a:t>του</a:t>
            </a:r>
            <a:r>
              <a:rPr lang="en-US" sz="4000" b="1" kern="1200" dirty="0">
                <a:solidFill>
                  <a:srgbClr val="FFFFFF"/>
                </a:solidFill>
                <a:latin typeface="+mj-lt"/>
                <a:ea typeface="+mj-ea"/>
                <a:cs typeface="+mj-cs"/>
              </a:rPr>
              <a:t> </a:t>
            </a:r>
            <a:r>
              <a:rPr lang="en-US" sz="4000" b="1" kern="1200" dirty="0" err="1">
                <a:solidFill>
                  <a:srgbClr val="FFFFFF"/>
                </a:solidFill>
                <a:latin typeface="+mj-lt"/>
                <a:ea typeface="+mj-ea"/>
                <a:cs typeface="+mj-cs"/>
              </a:rPr>
              <a:t>Γρ</a:t>
            </a:r>
            <a:r>
              <a:rPr lang="en-US" sz="4000" b="1" kern="1200" dirty="0">
                <a:solidFill>
                  <a:srgbClr val="FFFFFF"/>
                </a:solidFill>
                <a:latin typeface="+mj-lt"/>
                <a:ea typeface="+mj-ea"/>
                <a:cs typeface="+mj-cs"/>
              </a:rPr>
              <a:t>αφήματος</a:t>
            </a:r>
            <a:br>
              <a:rPr lang="el-GR" sz="4000" b="1" kern="1200" dirty="0">
                <a:solidFill>
                  <a:srgbClr val="FFFFFF"/>
                </a:solidFill>
                <a:latin typeface="+mj-lt"/>
                <a:ea typeface="+mj-ea"/>
                <a:cs typeface="+mj-cs"/>
              </a:rPr>
            </a:br>
            <a:r>
              <a:rPr lang="el-GR" sz="4000" b="1" dirty="0">
                <a:solidFill>
                  <a:schemeClr val="bg1"/>
                </a:solidFill>
              </a:rPr>
              <a:t>Μέγεθος Ουράς Router</a:t>
            </a:r>
            <a:br>
              <a:rPr lang="el-GR" sz="4000" dirty="0"/>
            </a:br>
            <a:br>
              <a:rPr lang="en-US" sz="4000" b="1" kern="1200" dirty="0">
                <a:solidFill>
                  <a:srgbClr val="FFFFFF"/>
                </a:solidFill>
                <a:latin typeface="+mj-lt"/>
                <a:ea typeface="+mj-ea"/>
                <a:cs typeface="+mj-cs"/>
              </a:rPr>
            </a:br>
            <a:endParaRPr lang="en-US" sz="4000" kern="1200" dirty="0">
              <a:solidFill>
                <a:srgbClr val="FFFFFF"/>
              </a:solidFill>
              <a:latin typeface="+mj-lt"/>
              <a:ea typeface="+mj-ea"/>
              <a:cs typeface="+mj-cs"/>
            </a:endParaRPr>
          </a:p>
        </p:txBody>
      </p:sp>
      <p:sp>
        <p:nvSpPr>
          <p:cNvPr id="5" name="Subtitle 4">
            <a:extLst>
              <a:ext uri="{FF2B5EF4-FFF2-40B4-BE49-F238E27FC236}">
                <a16:creationId xmlns:a16="http://schemas.microsoft.com/office/drawing/2014/main" id="{183C921E-D46E-348F-B5B4-796237713269}"/>
              </a:ext>
            </a:extLst>
          </p:cNvPr>
          <p:cNvSpPr>
            <a:spLocks noGrp="1"/>
          </p:cNvSpPr>
          <p:nvPr>
            <p:ph type="subTitle" idx="1"/>
          </p:nvPr>
        </p:nvSpPr>
        <p:spPr>
          <a:xfrm>
            <a:off x="5588347" y="10141"/>
            <a:ext cx="6602887" cy="6847856"/>
          </a:xfrm>
        </p:spPr>
        <p:txBody>
          <a:bodyPr vert="horz" lIns="91440" tIns="45720" rIns="91440" bIns="45720" rtlCol="0" anchor="ctr">
            <a:noAutofit/>
          </a:bodyPr>
          <a:lstStyle/>
          <a:p>
            <a:r>
              <a:rPr lang="el-GR" sz="1200" b="1" dirty="0"/>
              <a:t>Φάση 1: Η Καθυστερημένη Άνοδος (Χρόνος 0.05s έως ~0.1s)</a:t>
            </a:r>
            <a:endParaRPr lang="el-GR" sz="1200" dirty="0"/>
          </a:p>
          <a:p>
            <a:pPr lvl="1"/>
            <a:r>
              <a:rPr lang="el-GR" sz="1200" b="1" dirty="0"/>
              <a:t>Τι Βλέπουμε:</a:t>
            </a:r>
            <a:r>
              <a:rPr lang="el-GR" sz="1200" dirty="0"/>
              <a:t> Η ουρά παραμένει στο </a:t>
            </a:r>
            <a:r>
              <a:rPr lang="el-GR" sz="1200" b="1" dirty="0"/>
              <a:t>0 για τα πρώτα 50ms</a:t>
            </a:r>
            <a:r>
              <a:rPr lang="el-GR" sz="1200" dirty="0"/>
              <a:t>! Η πορτοκαλί γραμμή ξεκινά την άνοδό της από τη χρονική στιγμή t=0.050s, όταν φτάνει το πρώτο πακέτο.</a:t>
            </a:r>
          </a:p>
          <a:p>
            <a:pPr lvl="1"/>
            <a:r>
              <a:rPr lang="el-GR" sz="1200" b="1" dirty="0"/>
              <a:t>Ρυθμός Άφιξης (στην ουρά):</a:t>
            </a:r>
            <a:r>
              <a:rPr lang="el-GR" sz="1200" dirty="0"/>
              <a:t> Ένα νέο πακέτο φτάνει στον router κάθε </a:t>
            </a:r>
            <a:r>
              <a:rPr lang="el-GR" sz="1200" b="1" dirty="0"/>
              <a:t>5ms</a:t>
            </a:r>
            <a:r>
              <a:rPr lang="el-GR" sz="1200" dirty="0"/>
              <a:t>.</a:t>
            </a:r>
          </a:p>
          <a:p>
            <a:pPr lvl="1"/>
            <a:r>
              <a:rPr lang="el-GR" sz="1200" b="1" dirty="0"/>
              <a:t>Ρυθμός Εξυπηρέτησης (από την ουρά):</a:t>
            </a:r>
            <a:r>
              <a:rPr lang="el-GR" sz="1200" dirty="0"/>
              <a:t> Ο router εξυπηρετεί ένα πακέτο κάθε </a:t>
            </a:r>
            <a:r>
              <a:rPr lang="el-GR" sz="1200" b="1" dirty="0"/>
              <a:t>58ms</a:t>
            </a:r>
            <a:r>
              <a:rPr lang="el-GR" sz="1200" dirty="0"/>
              <a:t>.</a:t>
            </a:r>
          </a:p>
          <a:p>
            <a:pPr lvl="1"/>
            <a:r>
              <a:rPr lang="el-GR" sz="1200" b="1" dirty="0"/>
              <a:t>Το Συμπέρασμα:</a:t>
            </a:r>
            <a:r>
              <a:rPr lang="el-GR" sz="1200" dirty="0"/>
              <a:t> Η ουρά αναπόφευκτα γεμίζει, και μάλιστα πολύ γρήγορα, μόλις αρχίσουν οι αφίξεις.</a:t>
            </a:r>
          </a:p>
          <a:p>
            <a:r>
              <a:rPr lang="el-GR" sz="1200" b="1" dirty="0"/>
              <a:t>Φάση 2: Κορεσμός και Βαριά Συμφόρηση (Χρόνος ~0.1s έως 1.0s)</a:t>
            </a:r>
            <a:endParaRPr lang="el-GR" sz="1200" dirty="0"/>
          </a:p>
          <a:p>
            <a:pPr lvl="1"/>
            <a:r>
              <a:rPr lang="el-GR" sz="1200" b="1" dirty="0"/>
              <a:t>Τι Βλέπουμε:</a:t>
            </a:r>
            <a:r>
              <a:rPr lang="el-GR" sz="1200" dirty="0"/>
              <a:t> Η γραμμή "κολλάει" στο μέγιστο όριο των 10 πακέτων.</a:t>
            </a:r>
          </a:p>
          <a:p>
            <a:pPr lvl="1"/>
            <a:r>
              <a:rPr lang="el-GR" sz="1200" b="1" dirty="0"/>
              <a:t>Το Πλατό στο 10:</a:t>
            </a:r>
            <a:r>
              <a:rPr lang="el-GR" sz="1200" dirty="0"/>
              <a:t> Η ουρά είναι μόνιμα γεμάτη. Αυτή είναι η περίοδος της βαριάς συμφόρησης. Κάθε νέο πακέτο που φτάνει, βρίσκει την ουρά γεμάτη και απορρίπτεται (αυτό είναι το Packet Drop).</a:t>
            </a:r>
          </a:p>
          <a:p>
            <a:pPr lvl="1"/>
            <a:r>
              <a:rPr lang="el-GR" sz="1200" b="1" dirty="0"/>
              <a:t>Η Εξήγηση για τις "Βουτιές":</a:t>
            </a:r>
            <a:endParaRPr lang="el-GR" sz="1200" dirty="0"/>
          </a:p>
          <a:p>
            <a:pPr lvl="2"/>
            <a:r>
              <a:rPr lang="el-GR" sz="1200" b="1" dirty="0"/>
              <a:t>Στιγμή Α:</a:t>
            </a:r>
            <a:r>
              <a:rPr lang="el-GR" sz="1200" dirty="0"/>
              <a:t> Ο router ολοκληρώνει την αποστολή ενός πακέτου και το αφαιρεί από την ουρά. Για μια ανεπαίσθητη στιγμή, το μέγεθος της ουράς γίνεται </a:t>
            </a:r>
            <a:r>
              <a:rPr lang="el-GR" sz="1200" b="1" dirty="0"/>
              <a:t>9</a:t>
            </a:r>
            <a:r>
              <a:rPr lang="el-GR" sz="1200" dirty="0"/>
              <a:t>.</a:t>
            </a:r>
          </a:p>
          <a:p>
            <a:pPr lvl="2"/>
            <a:r>
              <a:rPr lang="el-GR" sz="1200" b="1" dirty="0"/>
              <a:t>Στιγμή Β:</a:t>
            </a:r>
            <a:r>
              <a:rPr lang="el-GR" sz="1200" dirty="0"/>
              <a:t> Ένα νέο πακέτο που μόλις έφτασε (από τα πολλά που περιμένουν), βρίσκει την κενή θέση και μπαίνει στην ουρά. Το μέγεθος της ουράς γίνεται ξανά </a:t>
            </a:r>
            <a:r>
              <a:rPr lang="el-GR" sz="1200" b="1" dirty="0"/>
              <a:t>10</a:t>
            </a:r>
            <a:r>
              <a:rPr lang="el-GR" sz="1200" dirty="0"/>
              <a:t>.</a:t>
            </a:r>
          </a:p>
          <a:p>
            <a:r>
              <a:rPr lang="el-GR" sz="1200" b="1" dirty="0"/>
              <a:t>Φάση 3: Η Αποσυμφόρηση (Χρόνος 1.0s έως ~1.5s)</a:t>
            </a:r>
          </a:p>
          <a:p>
            <a:pPr algn="l"/>
            <a:r>
              <a:rPr lang="el-GR" sz="1200" b="1" dirty="0"/>
              <a:t>                    Τι Βλέπουμε:</a:t>
            </a:r>
            <a:r>
              <a:rPr lang="el-GR" sz="1200" dirty="0"/>
              <a:t> Η γραμμή αρχίζει να κατεβαίνει σταδιακά, πάλι με τη μορφή σκαλοπατιών.</a:t>
            </a:r>
          </a:p>
          <a:p>
            <a:pPr lvl="1" algn="l"/>
            <a:r>
              <a:rPr lang="el-GR" sz="1200" dirty="0"/>
              <a:t>Σύμφωνα με τον κώδικα, η πηγή έχει εντολή να στείλει </a:t>
            </a:r>
            <a:r>
              <a:rPr lang="el-GR" sz="1200" b="1" dirty="0"/>
              <a:t>200 πακέτα</a:t>
            </a:r>
            <a:r>
              <a:rPr lang="el-GR" sz="1200" dirty="0"/>
              <a:t> (NUM_PACKETS = 200).</a:t>
            </a:r>
          </a:p>
          <a:p>
            <a:pPr lvl="1" algn="l"/>
            <a:r>
              <a:rPr lang="el-GR" sz="1200" dirty="0"/>
              <a:t>Ο χρόνος που χρειάζεται για να τα στείλει όλα είναι: 200 πακέτα * 0.005 s/πακέτο = 1.0 δευτερόλεπτο.</a:t>
            </a:r>
          </a:p>
          <a:p>
            <a:pPr lvl="1" algn="l"/>
            <a:r>
              <a:rPr lang="el-GR" sz="1200" dirty="0"/>
              <a:t>Ακριβώς τη χρονική στιγμή t=1.0s, η πηγή στέλνει το τελευταίο της πακέτο και </a:t>
            </a:r>
            <a:r>
              <a:rPr lang="el-GR" sz="1200" b="1" dirty="0"/>
              <a:t>σταματάει να στέλνει νέα</a:t>
            </a:r>
            <a:r>
              <a:rPr lang="el-GR" sz="1200" dirty="0"/>
              <a:t>.</a:t>
            </a:r>
          </a:p>
          <a:p>
            <a:pPr lvl="1" algn="l"/>
            <a:r>
              <a:rPr lang="el-GR" sz="1200" dirty="0"/>
              <a:t>Από αυτό το σημείο και μετά, δεν φτάνουν νέα πακέτα στον router. Ο router, όμως, συνεχίζει τη δουλειά του, στέλνοντας ένα πακέτο από την ουρά κάθε 8ms.</a:t>
            </a:r>
            <a:endParaRPr lang="en-US" sz="1200" dirty="0"/>
          </a:p>
        </p:txBody>
      </p:sp>
    </p:spTree>
    <p:extLst>
      <p:ext uri="{BB962C8B-B14F-4D97-AF65-F5344CB8AC3E}">
        <p14:creationId xmlns:p14="http://schemas.microsoft.com/office/powerpoint/2010/main" val="13680245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A556E9-E9FC-B9FB-BFB9-D8E37A21FD6E}"/>
              </a:ext>
            </a:extLst>
          </p:cNvPr>
          <p:cNvSpPr>
            <a:spLocks noGrp="1"/>
          </p:cNvSpPr>
          <p:nvPr>
            <p:ph type="title"/>
          </p:nvPr>
        </p:nvSpPr>
        <p:spPr>
          <a:xfrm>
            <a:off x="466722" y="586855"/>
            <a:ext cx="3201366" cy="3387497"/>
          </a:xfrm>
        </p:spPr>
        <p:txBody>
          <a:bodyPr anchor="b">
            <a:normAutofit/>
          </a:bodyPr>
          <a:lstStyle/>
          <a:p>
            <a:pPr algn="r"/>
            <a:r>
              <a:rPr lang="en-US" sz="4000" b="1" dirty="0">
                <a:solidFill>
                  <a:srgbClr val="FFFFFF"/>
                </a:solidFill>
              </a:rPr>
              <a:t>Bandwidth &amp; </a:t>
            </a:r>
            <a:r>
              <a:rPr lang="el-GR" sz="4000" b="1" dirty="0">
                <a:solidFill>
                  <a:srgbClr val="FFFFFF"/>
                </a:solidFill>
              </a:rPr>
              <a:t>Συμφόρηση Δικτύου</a:t>
            </a:r>
            <a:br>
              <a:rPr lang="el-GR" sz="4000" b="1" dirty="0">
                <a:solidFill>
                  <a:srgbClr val="FFFFFF"/>
                </a:solidFill>
              </a:rPr>
            </a:br>
            <a:endParaRPr lang="en-US" sz="4000" dirty="0">
              <a:solidFill>
                <a:srgbClr val="FFFFFF"/>
              </a:solidFill>
            </a:endParaRPr>
          </a:p>
        </p:txBody>
      </p:sp>
      <p:sp>
        <p:nvSpPr>
          <p:cNvPr id="3" name="Content Placeholder 2">
            <a:extLst>
              <a:ext uri="{FF2B5EF4-FFF2-40B4-BE49-F238E27FC236}">
                <a16:creationId xmlns:a16="http://schemas.microsoft.com/office/drawing/2014/main" id="{0D6D6111-6E17-1286-4D90-602946AFB8C0}"/>
              </a:ext>
            </a:extLst>
          </p:cNvPr>
          <p:cNvSpPr>
            <a:spLocks noGrp="1"/>
          </p:cNvSpPr>
          <p:nvPr>
            <p:ph idx="1"/>
          </p:nvPr>
        </p:nvSpPr>
        <p:spPr>
          <a:xfrm>
            <a:off x="4037826" y="10138"/>
            <a:ext cx="8151125" cy="6837724"/>
          </a:xfrm>
        </p:spPr>
        <p:txBody>
          <a:bodyPr anchor="ctr">
            <a:normAutofit/>
          </a:bodyPr>
          <a:lstStyle/>
          <a:p>
            <a:r>
              <a:rPr lang="el-GR" sz="1200" b="1" dirty="0"/>
              <a:t> Η Μεθοδολογία μας</a:t>
            </a:r>
          </a:p>
          <a:p>
            <a:r>
              <a:rPr lang="el-GR" sz="1200" dirty="0"/>
              <a:t>Εκτελέσαμε την προσομοίωση 3 φορές, κρατώντας όλες τις παραμέτρους σταθερές, εκτός από το Bandwidth.</a:t>
            </a:r>
          </a:p>
          <a:p>
            <a:pPr lvl="1"/>
            <a:r>
              <a:rPr lang="el-GR" sz="1200" b="1" dirty="0"/>
              <a:t>Σενάριο 1:</a:t>
            </a:r>
            <a:r>
              <a:rPr lang="el-GR" sz="1200" dirty="0"/>
              <a:t> 1 Mbps (Η βασική μας προσομοίωση)</a:t>
            </a:r>
          </a:p>
          <a:p>
            <a:pPr lvl="1"/>
            <a:r>
              <a:rPr lang="el-GR" sz="1200" b="1" dirty="0"/>
              <a:t>Σενάrio 2:</a:t>
            </a:r>
            <a:r>
              <a:rPr lang="el-GR" sz="1200" dirty="0"/>
              <a:t> 10 Mbps</a:t>
            </a:r>
          </a:p>
          <a:p>
            <a:pPr lvl="1"/>
            <a:r>
              <a:rPr lang="el-GR" sz="1200" b="1" dirty="0"/>
              <a:t>Σενάrio 3:</a:t>
            </a:r>
            <a:r>
              <a:rPr lang="el-GR" sz="1200" dirty="0"/>
              <a:t> 100 Mbps</a:t>
            </a:r>
          </a:p>
          <a:p>
            <a:r>
              <a:rPr lang="el-GR" sz="1200" b="1" dirty="0"/>
              <a:t>Ο Στόχος:</a:t>
            </a:r>
            <a:r>
              <a:rPr lang="el-GR" sz="1200" dirty="0"/>
              <a:t> Να παρατηρήσουμε πώς η αύξηση του bandwidth επηρεάζει τις μετρικές απόδοσης (Packet Loss, Delay, Throughput).</a:t>
            </a:r>
            <a:br>
              <a:rPr lang="el-GR" sz="1200" dirty="0"/>
            </a:br>
            <a:endParaRPr lang="el-GR" sz="1200" dirty="0"/>
          </a:p>
          <a:p>
            <a:r>
              <a:rPr lang="el-GR" sz="1200" b="1" dirty="0"/>
              <a:t>Ανάλυση Αποτελεσμάτων: Ο Πραγματικός Bottleneck</a:t>
            </a:r>
          </a:p>
          <a:p>
            <a:r>
              <a:rPr lang="el-GR" sz="1200" dirty="0"/>
              <a:t> Παρατηρήσαμε ότι η 100πλάσια αύξηση του bandwidth είχε </a:t>
            </a:r>
            <a:r>
              <a:rPr lang="el-GR" sz="1200" b="1" dirty="0"/>
              <a:t>ελάχιστη έως μηδενική επίδραση.</a:t>
            </a:r>
            <a:r>
              <a:rPr lang="el-GR" sz="1200" dirty="0"/>
              <a:t> Το Packet Loss Rate παρέμεινε σταθερά σε πολύ υψηλά επίπεδα (~86%).</a:t>
            </a:r>
          </a:p>
          <a:p>
            <a:r>
              <a:rPr lang="el-GR" sz="1200" b="1" dirty="0"/>
              <a:t>Η Εξήγηση:</a:t>
            </a:r>
            <a:r>
              <a:rPr lang="el-GR" sz="1200" dirty="0"/>
              <a:t> Ο χρόνος εξυπηρέτησης του router δεν καθορίζεται από το bandwidth, αλλά από την </a:t>
            </a:r>
            <a:r>
              <a:rPr lang="el-GR" sz="1200" b="1" dirty="0"/>
              <a:t>τεράστια καθυστέρηση διάδοσης (50ms)</a:t>
            </a:r>
            <a:r>
              <a:rPr lang="el-GR" sz="1200" dirty="0"/>
              <a:t>, η οποία είναι σταθερή.</a:t>
            </a:r>
          </a:p>
          <a:p>
            <a:r>
              <a:rPr lang="el-GR" sz="1200" dirty="0"/>
              <a:t>Η βελτίωση στον χρόνο είναι αμελητέα. Ο ρυθμός εξυπηρέτησης παραμένει ~17 πακέτα/sec, ενώ ο ρυθμός άφιξης είναι 200 πακέτα/sec.</a:t>
            </a:r>
            <a:br>
              <a:rPr lang="el-GR" sz="1200" dirty="0"/>
            </a:br>
            <a:endParaRPr lang="el-GR" sz="1200" dirty="0"/>
          </a:p>
          <a:p>
            <a:r>
              <a:rPr lang="el-GR" sz="1200" b="1" dirty="0"/>
              <a:t>Το Βασικό Συμπέρασμα</a:t>
            </a:r>
          </a:p>
          <a:p>
            <a:r>
              <a:rPr lang="el-GR" sz="1200" dirty="0"/>
              <a:t>Η απόδοση του δικτύου καθορίζεται από τον </a:t>
            </a:r>
            <a:r>
              <a:rPr lang="el-GR" sz="1200" b="1" dirty="0"/>
              <a:t>πιο αργό κρίκο</a:t>
            </a:r>
            <a:r>
              <a:rPr lang="el-GR" sz="1200" dirty="0"/>
              <a:t> της αλυσίδας.</a:t>
            </a:r>
          </a:p>
          <a:p>
            <a:r>
              <a:rPr lang="el-GR" sz="1200" dirty="0"/>
              <a:t>Στο μοντέλο μας, αυτός ο κρίκος ήταν η </a:t>
            </a:r>
            <a:r>
              <a:rPr lang="el-GR" sz="1200" b="1" dirty="0"/>
              <a:t>σταθερή καθυστέρηση διάδοσης</a:t>
            </a:r>
            <a:r>
              <a:rPr lang="el-GR" sz="1200" dirty="0"/>
              <a:t>, όχι το μεταβλητό bandwidth.</a:t>
            </a:r>
          </a:p>
          <a:p>
            <a:r>
              <a:rPr lang="el-GR" sz="1200" b="1" dirty="0"/>
              <a:t>Ακόμα και με άπειρο bandwidth, η συμφόρηση θα παρέμενε</a:t>
            </a:r>
            <a:r>
              <a:rPr lang="el-GR" sz="1200" dirty="0"/>
              <a:t>, καθώς ο router δεν θα μπορούσε ποτέ να εξυπηρετήσει πακέτα γρηγορότερα από 1 ανά 50ms.</a:t>
            </a:r>
          </a:p>
          <a:p>
            <a:endParaRPr lang="en-US" sz="1200" dirty="0"/>
          </a:p>
        </p:txBody>
      </p:sp>
    </p:spTree>
    <p:extLst>
      <p:ext uri="{BB962C8B-B14F-4D97-AF65-F5344CB8AC3E}">
        <p14:creationId xmlns:p14="http://schemas.microsoft.com/office/powerpoint/2010/main" val="3644321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aph with lines and numbers&#10;&#10;AI-generated content may be incorrect.">
            <a:extLst>
              <a:ext uri="{FF2B5EF4-FFF2-40B4-BE49-F238E27FC236}">
                <a16:creationId xmlns:a16="http://schemas.microsoft.com/office/drawing/2014/main" id="{6D45EDB3-F4E0-2343-D2D1-F589B3516F0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48400" y="0"/>
            <a:ext cx="5943600" cy="3011805"/>
          </a:xfrm>
          <a:prstGeom prst="rect">
            <a:avLst/>
          </a:prstGeom>
        </p:spPr>
      </p:pic>
      <p:pic>
        <p:nvPicPr>
          <p:cNvPr id="5" name="Picture 4" descr="A graph with lines and text">
            <a:extLst>
              <a:ext uri="{FF2B5EF4-FFF2-40B4-BE49-F238E27FC236}">
                <a16:creationId xmlns:a16="http://schemas.microsoft.com/office/drawing/2014/main" id="{DFFFB991-E70E-6A8D-97E9-850975196F2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 y="3846195"/>
            <a:ext cx="5943600" cy="3011805"/>
          </a:xfrm>
          <a:prstGeom prst="rect">
            <a:avLst/>
          </a:prstGeom>
        </p:spPr>
      </p:pic>
      <p:sp>
        <p:nvSpPr>
          <p:cNvPr id="9" name="TextBox 8">
            <a:extLst>
              <a:ext uri="{FF2B5EF4-FFF2-40B4-BE49-F238E27FC236}">
                <a16:creationId xmlns:a16="http://schemas.microsoft.com/office/drawing/2014/main" id="{07DE2BF4-A21E-21CD-2458-E73EA7E588D1}"/>
              </a:ext>
            </a:extLst>
          </p:cNvPr>
          <p:cNvSpPr txBox="1"/>
          <p:nvPr/>
        </p:nvSpPr>
        <p:spPr>
          <a:xfrm>
            <a:off x="152400" y="426482"/>
            <a:ext cx="6019800" cy="2585323"/>
          </a:xfrm>
          <a:prstGeom prst="rect">
            <a:avLst/>
          </a:prstGeom>
          <a:noFill/>
        </p:spPr>
        <p:txBody>
          <a:bodyPr wrap="square" rtlCol="0">
            <a:spAutoFit/>
          </a:bodyPr>
          <a:lstStyle/>
          <a:p>
            <a:r>
              <a:rPr lang="en-US" sz="3600" b="1" dirty="0"/>
              <a:t>10 Mbps</a:t>
            </a:r>
            <a:endParaRPr lang="en-US" sz="3600" dirty="0"/>
          </a:p>
          <a:p>
            <a:pPr lvl="0"/>
            <a:r>
              <a:rPr lang="en-US" dirty="0"/>
              <a:t>Transmission delay = 8000 / 10_000_000 = 0.0008 s (0.8 </a:t>
            </a:r>
            <a:r>
              <a:rPr lang="en-US" dirty="0" err="1"/>
              <a:t>ms</a:t>
            </a:r>
            <a:r>
              <a:rPr lang="en-US" dirty="0"/>
              <a:t>)</a:t>
            </a:r>
            <a:br>
              <a:rPr lang="el-GR" dirty="0"/>
            </a:br>
            <a:endParaRPr lang="en-US" dirty="0"/>
          </a:p>
          <a:p>
            <a:pPr lvl="0"/>
            <a:r>
              <a:rPr lang="en-US" dirty="0"/>
              <a:t>Service time ≈ 0.0508 s → </a:t>
            </a:r>
            <a:r>
              <a:rPr lang="en-US" dirty="0" err="1"/>
              <a:t>service_rate</a:t>
            </a:r>
            <a:r>
              <a:rPr lang="en-US" dirty="0"/>
              <a:t> ≈ 19.68–19.6 packets/s</a:t>
            </a:r>
          </a:p>
          <a:p>
            <a:pPr lvl="0"/>
            <a:r>
              <a:rPr lang="en-US" dirty="0"/>
              <a:t>ρ ≈ 10.16</a:t>
            </a:r>
          </a:p>
          <a:p>
            <a:r>
              <a:rPr lang="en-US" dirty="0"/>
              <a:t>Max throughput ≈ 0.157 Mbps</a:t>
            </a:r>
            <a:br>
              <a:rPr lang="el-GR" b="1" dirty="0"/>
            </a:br>
            <a:endParaRPr lang="en-US" dirty="0"/>
          </a:p>
        </p:txBody>
      </p:sp>
      <p:sp>
        <p:nvSpPr>
          <p:cNvPr id="10" name="TextBox 9">
            <a:extLst>
              <a:ext uri="{FF2B5EF4-FFF2-40B4-BE49-F238E27FC236}">
                <a16:creationId xmlns:a16="http://schemas.microsoft.com/office/drawing/2014/main" id="{7454DEFF-D59D-8658-4BFE-A5411A051EF4}"/>
              </a:ext>
            </a:extLst>
          </p:cNvPr>
          <p:cNvSpPr txBox="1"/>
          <p:nvPr/>
        </p:nvSpPr>
        <p:spPr>
          <a:xfrm>
            <a:off x="6096000" y="3846195"/>
            <a:ext cx="6019800" cy="2862322"/>
          </a:xfrm>
          <a:prstGeom prst="rect">
            <a:avLst/>
          </a:prstGeom>
          <a:noFill/>
        </p:spPr>
        <p:txBody>
          <a:bodyPr wrap="square" rtlCol="0">
            <a:spAutoFit/>
          </a:bodyPr>
          <a:lstStyle/>
          <a:p>
            <a:r>
              <a:rPr lang="en-US" sz="3600" b="1" dirty="0"/>
              <a:t>10</a:t>
            </a:r>
            <a:r>
              <a:rPr lang="el-GR" sz="3600" b="1" dirty="0"/>
              <a:t>0</a:t>
            </a:r>
            <a:r>
              <a:rPr lang="en-US" sz="3600" b="1" dirty="0"/>
              <a:t> Mbps</a:t>
            </a:r>
            <a:endParaRPr lang="en-US" sz="3600" dirty="0"/>
          </a:p>
          <a:p>
            <a:pPr lvl="0"/>
            <a:r>
              <a:rPr lang="en-US" dirty="0"/>
              <a:t>Transmission delay = 8000 / 100_000_000 = 0.00008 s (0.08 </a:t>
            </a:r>
            <a:r>
              <a:rPr lang="en-US" dirty="0" err="1"/>
              <a:t>ms</a:t>
            </a:r>
            <a:r>
              <a:rPr lang="en-US" dirty="0"/>
              <a:t>)</a:t>
            </a:r>
          </a:p>
          <a:p>
            <a:pPr lvl="0"/>
            <a:r>
              <a:rPr lang="en-US" dirty="0"/>
              <a:t>Service time ≈ 0.05008 s → </a:t>
            </a:r>
            <a:r>
              <a:rPr lang="en-US" dirty="0" err="1"/>
              <a:t>service_rate</a:t>
            </a:r>
            <a:r>
              <a:rPr lang="en-US" dirty="0"/>
              <a:t> ≈ 19.97 packets/s</a:t>
            </a:r>
          </a:p>
          <a:p>
            <a:pPr lvl="0"/>
            <a:r>
              <a:rPr lang="en-US" dirty="0"/>
              <a:t>ρ ≈ 10.02</a:t>
            </a:r>
          </a:p>
          <a:p>
            <a:r>
              <a:rPr lang="en-US" dirty="0"/>
              <a:t>Max throughput ≈ 0.160 Mbps</a:t>
            </a:r>
            <a:br>
              <a:rPr lang="el-GR" b="1" dirty="0"/>
            </a:br>
            <a:br>
              <a:rPr lang="el-GR" b="1" dirty="0"/>
            </a:br>
            <a:br>
              <a:rPr lang="el-GR" b="1" dirty="0"/>
            </a:br>
            <a:endParaRPr lang="en-US" dirty="0"/>
          </a:p>
        </p:txBody>
      </p:sp>
    </p:spTree>
    <p:extLst>
      <p:ext uri="{BB962C8B-B14F-4D97-AF65-F5344CB8AC3E}">
        <p14:creationId xmlns:p14="http://schemas.microsoft.com/office/powerpoint/2010/main" val="1772195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DF9FF6-720B-F5D3-256A-D422129C28BB}"/>
              </a:ext>
            </a:extLst>
          </p:cNvPr>
          <p:cNvSpPr>
            <a:spLocks noGrp="1"/>
          </p:cNvSpPr>
          <p:nvPr>
            <p:ph type="title"/>
          </p:nvPr>
        </p:nvSpPr>
        <p:spPr>
          <a:xfrm>
            <a:off x="1371599" y="294538"/>
            <a:ext cx="9895951" cy="1033669"/>
          </a:xfrm>
        </p:spPr>
        <p:txBody>
          <a:bodyPr>
            <a:normAutofit/>
          </a:bodyPr>
          <a:lstStyle/>
          <a:p>
            <a:r>
              <a:rPr lang="el-GR" sz="4000" b="1">
                <a:solidFill>
                  <a:srgbClr val="FFFFFF"/>
                </a:solidFill>
              </a:rPr>
              <a:t>Βασικά Συμπεράσματα </a:t>
            </a:r>
            <a:endParaRPr lang="en-US" sz="4000">
              <a:solidFill>
                <a:srgbClr val="FFFFFF"/>
              </a:solidFill>
            </a:endParaRPr>
          </a:p>
        </p:txBody>
      </p:sp>
      <p:sp>
        <p:nvSpPr>
          <p:cNvPr id="3" name="Content Placeholder 2">
            <a:extLst>
              <a:ext uri="{FF2B5EF4-FFF2-40B4-BE49-F238E27FC236}">
                <a16:creationId xmlns:a16="http://schemas.microsoft.com/office/drawing/2014/main" id="{AE51ABE3-D7E0-70FB-7E8E-3B4F14CD7373}"/>
              </a:ext>
            </a:extLst>
          </p:cNvPr>
          <p:cNvSpPr>
            <a:spLocks noGrp="1"/>
          </p:cNvSpPr>
          <p:nvPr>
            <p:ph idx="1"/>
          </p:nvPr>
        </p:nvSpPr>
        <p:spPr>
          <a:xfrm>
            <a:off x="1371599" y="2318197"/>
            <a:ext cx="9724031" cy="3683358"/>
          </a:xfrm>
        </p:spPr>
        <p:txBody>
          <a:bodyPr anchor="ctr">
            <a:normAutofit fontScale="70000" lnSpcReduction="20000"/>
          </a:bodyPr>
          <a:lstStyle/>
          <a:p>
            <a:r>
              <a:rPr lang="el-GR" b="1" dirty="0"/>
              <a:t>Βασικά Συμπεράσματα (Ερωτήματα 1-5):</a:t>
            </a:r>
            <a:endParaRPr lang="el-GR" dirty="0"/>
          </a:p>
          <a:p>
            <a:pPr lvl="1"/>
            <a:r>
              <a:rPr lang="el-GR" dirty="0"/>
              <a:t>Η σχέση μεταξύ του ρυθμού άφιξης και του ρυθμού εξυπηρέτησης είναι ο </a:t>
            </a:r>
            <a:r>
              <a:rPr lang="el-GR" b="1" dirty="0"/>
              <a:t>απόλυτος καθοριστικός παράγοντας</a:t>
            </a:r>
            <a:r>
              <a:rPr lang="el-GR" dirty="0"/>
              <a:t> για τη δημιουργία συμφόρησης.</a:t>
            </a:r>
          </a:p>
          <a:p>
            <a:pPr lvl="1"/>
            <a:r>
              <a:rPr lang="el-GR" dirty="0"/>
              <a:t>Η συμφόρηση έχει δύο κύρια, μετρήσιμα συμπτώματα: </a:t>
            </a:r>
            <a:r>
              <a:rPr lang="el-GR" b="1" dirty="0"/>
              <a:t>δραματική αύξηση της καθυστέρησης</a:t>
            </a:r>
            <a:r>
              <a:rPr lang="el-GR" dirty="0"/>
              <a:t> και </a:t>
            </a:r>
            <a:r>
              <a:rPr lang="el-GR" b="1" dirty="0"/>
              <a:t>σημαντική απώλεια πακέτων</a:t>
            </a:r>
            <a:r>
              <a:rPr lang="el-GR" dirty="0"/>
              <a:t>.</a:t>
            </a:r>
          </a:p>
          <a:p>
            <a:pPr lvl="1"/>
            <a:r>
              <a:rPr lang="el-GR" dirty="0"/>
              <a:t>Η προσομοίωση με εργαλεία όπως το SimPy είναι ένας πανίσχυρος τρόπος για να οπτικοποιήσουμε και να κατανοήσουμε αυτές τις πολύπλοκες δυναμικές του δικτύου.</a:t>
            </a:r>
          </a:p>
          <a:p>
            <a:pPr lvl="1"/>
            <a:r>
              <a:rPr lang="el-GR" dirty="0"/>
              <a:t>Ο χρόνος εξυπηρέτησης του router, στο μοντέλο μας, δεν καθορίστηκε από το bandwidth, αλλά από τον πιο αργό κρίκο: την </a:t>
            </a:r>
            <a:r>
              <a:rPr lang="el-GR" b="1" dirty="0"/>
              <a:t>σταθερή καθυστέρηση διάδοσης</a:t>
            </a:r>
            <a:r>
              <a:rPr lang="el-GR" dirty="0"/>
              <a:t>.</a:t>
            </a:r>
            <a:br>
              <a:rPr lang="el-GR" dirty="0"/>
            </a:br>
            <a:endParaRPr lang="el-GR" dirty="0"/>
          </a:p>
          <a:p>
            <a:r>
              <a:rPr lang="el-GR" b="1" dirty="0"/>
              <a:t>Τι Ακολουθεί; (Ερωτήματα 6-8)</a:t>
            </a:r>
            <a:endParaRPr lang="el-GR" dirty="0"/>
          </a:p>
          <a:p>
            <a:pPr lvl="1"/>
            <a:r>
              <a:rPr lang="el-GR" b="1" dirty="0"/>
              <a:t>Ερώτημα 6:</a:t>
            </a:r>
            <a:r>
              <a:rPr lang="el-GR" dirty="0"/>
              <a:t> Πώς επηρεάζει η αλλαγή του μεγέθους των πακέτων;</a:t>
            </a:r>
          </a:p>
          <a:p>
            <a:pPr lvl="1"/>
            <a:r>
              <a:rPr lang="el-GR" b="1" dirty="0"/>
              <a:t>Ερώτημα 7:</a:t>
            </a:r>
            <a:r>
              <a:rPr lang="el-GR" dirty="0"/>
              <a:t> Πώς η προσθήκη host και router επηρεάζει τις επιδόσεις και τις μετρικές;</a:t>
            </a:r>
          </a:p>
          <a:p>
            <a:pPr lvl="1"/>
            <a:r>
              <a:rPr lang="el-GR" b="1" dirty="0"/>
              <a:t>Ερώτημα 8:</a:t>
            </a:r>
            <a:r>
              <a:rPr lang="el-GR" dirty="0"/>
              <a:t> Μπορούμε να διαχειριστούμε την ουρά πιο έξυπνα με διαφορετικούς αλγόριθμους scheduling;</a:t>
            </a:r>
          </a:p>
        </p:txBody>
      </p:sp>
    </p:spTree>
    <p:extLst>
      <p:ext uri="{BB962C8B-B14F-4D97-AF65-F5344CB8AC3E}">
        <p14:creationId xmlns:p14="http://schemas.microsoft.com/office/powerpoint/2010/main" val="29894726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131</TotalTime>
  <Words>1998</Words>
  <Application>Microsoft Office PowerPoint</Application>
  <PresentationFormat>Widescreen</PresentationFormat>
  <Paragraphs>136</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Calibri</vt:lpstr>
      <vt:lpstr>Office Theme</vt:lpstr>
      <vt:lpstr>Εργασία 13: Προσομοίωση &amp; Ανάλυση Απόδοσης Δικτύου με Python &amp; SimPy</vt:lpstr>
      <vt:lpstr>Το Πρόβλημα και τα Εργαλεία μας </vt:lpstr>
      <vt:lpstr>Οι Ιδιότητες του Δικτύου &amp; της Κίνησης</vt:lpstr>
      <vt:lpstr>Ανατομία της Συνολικής Καθυστέρησης (End-to-End Delay)</vt:lpstr>
      <vt:lpstr>Διαχείριση της Συμφόρησης</vt:lpstr>
      <vt:lpstr>PowerPoint Presentation</vt:lpstr>
      <vt:lpstr>PowerPoint Presentation</vt:lpstr>
      <vt:lpstr>Ανάλυση του Γραφήματος End-to-End Delay </vt:lpstr>
      <vt:lpstr>PowerPoint Presentation</vt:lpstr>
      <vt:lpstr>Ανάλυση του Γραφήματος Μέγεθος Ουράς Router  </vt:lpstr>
      <vt:lpstr>Bandwidth &amp; Συμφόρηση Δικτύου </vt:lpstr>
      <vt:lpstr>PowerPoint Presentation</vt:lpstr>
      <vt:lpstr>Βασικά Συμπεράσματα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 chalampakis</dc:creator>
  <cp:lastModifiedBy>alex chalampakis</cp:lastModifiedBy>
  <cp:revision>24</cp:revision>
  <dcterms:created xsi:type="dcterms:W3CDTF">2025-11-03T13:00:07Z</dcterms:created>
  <dcterms:modified xsi:type="dcterms:W3CDTF">2025-11-03T16:07:55Z</dcterms:modified>
</cp:coreProperties>
</file>